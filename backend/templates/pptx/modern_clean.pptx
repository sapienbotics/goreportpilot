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0" y="3657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977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{{report_period}}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526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0" y="411480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6400800"/>
            <a:ext cx="1069848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{{executive_summary}}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3484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3484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95528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1440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5196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6" name="Text 24"/>
          <p:cNvSpPr/>
          <p:nvPr/>
        </p:nvSpPr>
        <p:spPr>
          <a:xfrm>
            <a:off x="443484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3484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43484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1" name="Text 29"/>
          <p:cNvSpPr/>
          <p:nvPr/>
        </p:nvSpPr>
        <p:spPr>
          <a:xfrm>
            <a:off x="795528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95528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795528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{{key_wins}}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{{concerns}}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{{next_steps}}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{{custom_section_text}}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2026-03-24T10:39:55Z</dcterms:created>
  <dcterms:modified xsi:type="dcterms:W3CDTF">2026-03-24T10:39:55Z</dcterms:modified>
</cp:coreProperties>
</file>
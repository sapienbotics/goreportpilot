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0116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6400800"/>
            <a:ext cx="1069848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3484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6" name="Text 24"/>
          <p:cNvSpPr/>
          <p:nvPr/>
        </p:nvSpPr>
        <p:spPr>
          <a:xfrm>
            <a:off x="443484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3484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5528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0" y="1463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83680" y="3108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2026-04-04T17:50:43Z</dcterms:created>
  <dcterms:modified xsi:type="dcterms:W3CDTF">2026-04-04T17:50:43Z</dcterms:modified>
</cp:coreProperties>
</file>
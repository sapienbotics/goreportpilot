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{{agency_name}}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0" y="365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{{agency_logo}}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{{report_period}}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{{report_type}}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{{client_logo}}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640080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{{executive_summary}}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{{kpi_0_label}}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{{kpi_0_value}}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{{kpi_0_change}}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41732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{{kpi_1_label}}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{{kpi_1_value}}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3484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{{kpi_1_change}}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141732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{{kpi_2_label}}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{{kpi_2_value}}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5528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{{kpi_2_change}}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4904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{{kpi_3_label}}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{{kpi_3_value}}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{{kpi_3_change}}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374904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{{kpi_4_label}}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{{kpi_4_value}}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434840" y="5029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{{kpi_4_change}}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374904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{{kpi_5_label}}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{{kpi_5_value}}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955280" y="5029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{{kpi_5_change}}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{{chart_sessions}}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{{chart_traffic}}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{{chart_spend}}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{{key_wins}}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{{concerns}}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{{next_steps}}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{{agency_email}}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{{custom_section_text}}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{{agency_name}}  •  Confidential  •  Page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2026-03-24T07:48:51Z</dcterms:created>
  <dcterms:modified xsi:type="dcterms:W3CDTF">2026-03-24T07:48:51Z</dcterms:modified>
</cp:coreProperties>
</file>
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201168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029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0515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F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Prepared by {{agency_name}}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0" y="36576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7D2F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{{agency_logo}}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10698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{{client_name}}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731520" y="39776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{{report_period}}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452628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{{report_type}}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961120" y="411480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{{client_logo}}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31520" y="6400800"/>
            <a:ext cx="10698480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{{executive_summary}}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Performance Indicators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41732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417320"/>
            <a:ext cx="3200400" cy="45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00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{{kpi_0_label}}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14400" y="196596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{{kpi_0_value}}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914400" y="26974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{{kpi_0_change}}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51960" y="141732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251960" y="1417320"/>
            <a:ext cx="3200400" cy="45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11" name="Text 9"/>
          <p:cNvSpPr/>
          <p:nvPr/>
        </p:nvSpPr>
        <p:spPr>
          <a:xfrm>
            <a:off x="4434840" y="1600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{{kpi_1_label}}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434840" y="196596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{{kpi_1_value}}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434840" y="26974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{{kpi_1_change}}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772400" y="141732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0" y="1417320"/>
            <a:ext cx="3200400" cy="45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16" name="Text 14"/>
          <p:cNvSpPr/>
          <p:nvPr/>
        </p:nvSpPr>
        <p:spPr>
          <a:xfrm>
            <a:off x="7955280" y="16002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{{kpi_2_label}}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955280" y="196596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{{kpi_2_value}}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955280" y="26974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{{kpi_2_change}}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374904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31520" y="3749040"/>
            <a:ext cx="3200400" cy="45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393192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{{kpi_3_label}}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14400" y="429768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{{kpi_3_value}}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914400" y="50292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{{kpi_3_change}}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251960" y="374904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251960" y="3749040"/>
            <a:ext cx="3200400" cy="45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26" name="Text 24"/>
          <p:cNvSpPr/>
          <p:nvPr/>
        </p:nvSpPr>
        <p:spPr>
          <a:xfrm>
            <a:off x="4434840" y="393192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{{kpi_4_label}}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434840" y="429768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{{kpi_4_value}}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4434840" y="50292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{{kpi_4_change}}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74904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772400" y="3749040"/>
            <a:ext cx="3200400" cy="45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1" name="Text 29"/>
          <p:cNvSpPr/>
          <p:nvPr/>
        </p:nvSpPr>
        <p:spPr>
          <a:xfrm>
            <a:off x="7955280" y="393192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{{kpi_5_label}}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955280" y="429768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{{kpi_5_value}}</a:t>
            </a:r>
            <a:endParaRPr lang="en-US" sz="3000" dirty="0"/>
          </a:p>
        </p:txBody>
      </p:sp>
      <p:sp>
        <p:nvSpPr>
          <p:cNvPr id="33" name="Text 31"/>
          <p:cNvSpPr/>
          <p:nvPr/>
        </p:nvSpPr>
        <p:spPr>
          <a:xfrm>
            <a:off x="7955280" y="50292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{{kpi_5_change}}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Performance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{{chart_sessions}}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{{chart_traffic}}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Advertising — Meta Ads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{{chart_spend}}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9050" dir="81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0" y="137160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{{chart_campaigns}}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{{ads_narrative}}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" y="0"/>
            <a:ext cx="12106656" cy="1051560"/>
          </a:xfrm>
          <a:prstGeom prst="rect">
            <a:avLst/>
          </a:prstGeom>
          <a:solidFill>
            <a:srgbClr val="F0FDF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Wins &amp; Highlights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{{key_wins}}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" y="0"/>
            <a:ext cx="12106656" cy="1051560"/>
          </a:xfrm>
          <a:prstGeom prst="rect">
            <a:avLst/>
          </a:prstGeom>
          <a:solidFill>
            <a:srgbClr val="FFFBEB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Concerns &amp; Recommendations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{{concerns}}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&amp; Action Items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{{next_steps}}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5760720"/>
            <a:ext cx="12161520" cy="109728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5806440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Questions? Reply to this email or schedule a call.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626364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F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{{agency_email}}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1148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{{custom_section_title}}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{{custom_section_text}}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{{agency_name}}  •  Confidential  •  Page 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Performance Report</dc:title>
  <dc:subject>PptxGenJS Presentation</dc:subject>
  <dc:creator>ReportPilot</dc:creator>
  <cp:lastModifiedBy>ReportPilot</cp:lastModifiedBy>
  <cp:revision>1</cp:revision>
  <dcterms:created xsi:type="dcterms:W3CDTF">2026-03-21T16:09:15Z</dcterms:created>
  <dcterms:modified xsi:type="dcterms:W3CDTF">2026-03-21T16:09:15Z</dcterms:modified>
</cp:coreProperties>
</file>
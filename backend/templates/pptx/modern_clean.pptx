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201168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0" y="3657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977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526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0" y="411480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6400800"/>
            <a:ext cx="1069848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25196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43484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3484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3484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77240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95528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95528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3152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440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1440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25196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43484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3484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3484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77240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95528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5528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795528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0" y="1463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0" y="1737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583680" y="22860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3108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583680" y="31089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83680" y="3383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31520" y="4023360"/>
            <a:ext cx="10698480" cy="23500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1520" y="4023360"/>
            <a:ext cx="10698480" cy="2350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2026-03-24T14:10:21Z</dcterms:created>
  <dcterms:modified xsi:type="dcterms:W3CDTF">2026-03-24T14:10:21Z</dcterms:modified>
</cp:coreProperties>
</file>
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16459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0" y="0"/>
            <a:ext cx="4114800" cy="16459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0" y="0"/>
            <a:ext cx="3931920" cy="164592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164592"/>
            <a:ext cx="365760" cy="6693408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6748272"/>
            <a:ext cx="12161520" cy="10972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8056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48056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001000" y="1600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01000" y="19659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001000" y="26974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64008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6012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64008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48056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64008" cy="20116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393192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01000" y="429768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583680" y="146304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46304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150876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766560" y="17373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28600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583680" y="228600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2286000"/>
            <a:ext cx="64008" cy="6858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33172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66560" y="25603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108960"/>
            <a:ext cx="64008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583680" y="3108960"/>
            <a:ext cx="502920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0" y="3108960"/>
            <a:ext cx="64008" cy="6858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0" y="31546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66560" y="3383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1520" y="3749040"/>
            <a:ext cx="10698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D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2026-04-04T17:50:45Z</dcterms:created>
  <dcterms:modified xsi:type="dcterms:W3CDTF">2026-04-04T17:50:45Z</dcterms:modified>
</cp:coreProperties>
</file>
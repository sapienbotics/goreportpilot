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16459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14800" y="0"/>
            <a:ext cx="4114800" cy="1645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0" y="0"/>
            <a:ext cx="3931920" cy="1645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164592"/>
            <a:ext cx="365760" cy="66934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0" y="457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{{agency_logo}}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{{client_name}}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{{report_period}}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{{report_type}}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34747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{{client_logo}}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{{agency_name}}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{{executive_summary}}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417320"/>
            <a:ext cx="64008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16002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{{kpi_0_label}}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{{kpi_0_value}}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{{kpi_0_change}}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51960" y="1417320"/>
            <a:ext cx="64008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80560" y="16002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{{kpi_1_label}}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9659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{{kpi_1_value}}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80560" y="26974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{{kpi_1_change}}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141732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0" y="1417320"/>
            <a:ext cx="64008" cy="2011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01000" y="16002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{{kpi_2_label}}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01000" y="19659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{{kpi_2_value}}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001000" y="26974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{{kpi_2_change}}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1520" y="3749040"/>
            <a:ext cx="64008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3931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{{kpi_3_label}}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{{kpi_3_value}}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60120" y="5029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{{kpi_3_change}}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5196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251960" y="3749040"/>
            <a:ext cx="64008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80560" y="3931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{{kpi_4_label}}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42976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{{kpi_4_value}}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480560" y="5029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{{kpi_4_change}}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74904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772400" y="3749040"/>
            <a:ext cx="64008" cy="20116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01000" y="3931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{{kpi_5_label}}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01000" y="429768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{{kpi_5_value}}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8001000" y="5029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{{kpi_5_change}}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{{chart_sessions}}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{{chart_traffic}}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Engagement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{{chart_device_breakdown}}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{{chart_top_pages}}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{{chart_new_vs_returning}}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{{chart_top_countries}}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Rate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{{chart_bounce_rate}}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— Meta 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{{chart_spend}}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{{chart_campaigns}}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— Audience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{{chart_demographics}}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{{chart_placements}}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— Top 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{{chart_campaigns}}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{{ads_narrative}}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Advertising — Google Ads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{{chart_gads_spend}}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{{chart_gads_campaigns}}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{{google_ads_narrative}}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Terms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{{chart_search_terms}}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{{google_ads_narrative}}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— SEO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{{chart_seo_trend}}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{{chart_top_queries}}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{{seo_narrative}}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{{csv_source_name}}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463040"/>
            <a:ext cx="64008" cy="6858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508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{{csv_kpi_0_label}}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{{csv_kpi_0_value}}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0" y="1463040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0" y="1463040"/>
            <a:ext cx="64008" cy="685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66560" y="1508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{{csv_kpi_1_label}}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0" y="17373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{{csv_kpi_1_value}}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2286000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2286000"/>
            <a:ext cx="64008" cy="6858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23317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{{csv_kpi_2_label}}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{{csv_kpi_2_value}}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0" y="2286000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83680" y="2286000"/>
            <a:ext cx="64008" cy="6858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66560" y="23317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{{csv_kpi_3_label}}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25603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{{csv_kpi_3_value}}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1520" y="3108960"/>
            <a:ext cx="64008" cy="6858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31546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{{csv_kpi_4_label}}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3832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{{csv_kpi_4_value}}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50292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83680" y="3108960"/>
            <a:ext cx="64008" cy="6858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66560" y="31546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{{csv_kpi_5_label}}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33832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{{csv_kpi_5_value}}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31520" y="3913632"/>
            <a:ext cx="10698480" cy="24597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3913632"/>
            <a:ext cx="10698480" cy="2459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{{chart_csv_data}}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{{chart_conversion_funnel}}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{{website_narrative}}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10515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 &amp; Highlights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{{key_wins}}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105156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 &amp;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{{concerns}}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Action Items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{{next_steps}}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Reply to this email or schedule a call.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{{agency_email}}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{{custom_section_title}}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{{custom_section_text}}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51052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{{agency_name}}  •  Confidential  •  Page 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Report</dc:title>
  <dc:subject>PptxGenJS Presentation</dc:subject>
  <dc:creator>ReportPilot</dc:creator>
  <cp:lastModifiedBy>ReportPilot</cp:lastModifiedBy>
  <cp:revision>1</cp:revision>
  <dcterms:created xsi:type="dcterms:W3CDTF">2026-03-24T14:10:21Z</dcterms:created>
  <dcterms:modified xsi:type="dcterms:W3CDTF">2026-03-24T14:10:21Z</dcterms:modified>
</cp:coreProperties>
</file>
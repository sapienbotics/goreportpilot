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0" y="0"/>
            <a:ext cx="4114800" cy="16459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0"/>
            <a:ext cx="3931920" cy="16459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64592"/>
            <a:ext cx="365760" cy="66934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347472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0100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6012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8056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0100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2026-03-24T07:48:54Z</dcterms:created>
  <dcterms:modified xsi:type="dcterms:W3CDTF">2026-03-24T07:48:54Z</dcterms:modified>
</cp:coreProperties>
</file>
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164592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0" y="0"/>
            <a:ext cx="4114800" cy="16459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0" y="0"/>
            <a:ext cx="3931920" cy="16459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164592"/>
            <a:ext cx="365760" cy="6693408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731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418320" y="45720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{{agency_logo}}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164592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{{client_name}}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{{report_period}}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37947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{{report_type}}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961120" y="3474720"/>
            <a:ext cx="2286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{{client_logo}}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31520" y="6217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{{agency_name}}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6748272"/>
            <a:ext cx="12161520" cy="109728"/>
          </a:xfrm>
          <a:prstGeom prst="rect">
            <a:avLst/>
          </a:prstGeom>
          <a:solidFill>
            <a:srgbClr val="8B5CF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{{executive_summary}}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Performance Indicators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41732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417320"/>
            <a:ext cx="64008" cy="20116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60020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{{kpi_0_label}}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60120" y="19659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{{kpi_0_value}}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960120" y="269748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{{kpi_0_change}}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51960" y="141732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251960" y="1417320"/>
            <a:ext cx="64008" cy="20116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1" name="Text 9"/>
          <p:cNvSpPr/>
          <p:nvPr/>
        </p:nvSpPr>
        <p:spPr>
          <a:xfrm>
            <a:off x="4480560" y="160020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{{kpi_1_label}}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480560" y="19659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{{kpi_1_value}}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480560" y="269748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{{kpi_1_change}}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772400" y="141732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0" y="1417320"/>
            <a:ext cx="64008" cy="201168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6" name="Text 14"/>
          <p:cNvSpPr/>
          <p:nvPr/>
        </p:nvSpPr>
        <p:spPr>
          <a:xfrm>
            <a:off x="8001000" y="160020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{{kpi_2_label}}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001000" y="19659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{{kpi_2_value}}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8001000" y="269748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{{kpi_2_change}}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374904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31520" y="3749040"/>
            <a:ext cx="64008" cy="20116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1" name="Text 19"/>
          <p:cNvSpPr/>
          <p:nvPr/>
        </p:nvSpPr>
        <p:spPr>
          <a:xfrm>
            <a:off x="960120" y="393192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{{kpi_3_label}}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60120" y="429768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{{kpi_3_value}}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960120" y="502920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{{kpi_3_change}}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251960" y="374904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251960" y="3749040"/>
            <a:ext cx="64008" cy="20116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6" name="Text 24"/>
          <p:cNvSpPr/>
          <p:nvPr/>
        </p:nvSpPr>
        <p:spPr>
          <a:xfrm>
            <a:off x="4480560" y="393192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{{kpi_4_label}}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480560" y="429768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{{kpi_4_value}}</a:t>
            </a:r>
            <a:endParaRPr lang="en-US" sz="3200" dirty="0"/>
          </a:p>
        </p:txBody>
      </p:sp>
      <p:sp>
        <p:nvSpPr>
          <p:cNvPr id="28" name="Text 26"/>
          <p:cNvSpPr/>
          <p:nvPr/>
        </p:nvSpPr>
        <p:spPr>
          <a:xfrm>
            <a:off x="4480560" y="502920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{{kpi_4_change}}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74904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772400" y="3749040"/>
            <a:ext cx="64008" cy="201168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1" name="Text 29"/>
          <p:cNvSpPr/>
          <p:nvPr/>
        </p:nvSpPr>
        <p:spPr>
          <a:xfrm>
            <a:off x="8001000" y="393192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{{kpi_5_label}}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001000" y="429768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{{kpi_5_value}}</a:t>
            </a:r>
            <a:endParaRPr lang="en-US" sz="3200" dirty="0"/>
          </a:p>
        </p:txBody>
      </p:sp>
      <p:sp>
        <p:nvSpPr>
          <p:cNvPr id="33" name="Text 31"/>
          <p:cNvSpPr/>
          <p:nvPr/>
        </p:nvSpPr>
        <p:spPr>
          <a:xfrm>
            <a:off x="8001000" y="502920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{{kpi_5_change}}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Performance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{{chart_sessions}}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{{chart_traffic}}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Engagement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{{chart_device_breakdown}}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{{chart_top_pages}}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Insights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{{chart_new_vs_returning}}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{{chart_top_countries}}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Bounce Rate Analysis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{{chart_bounce_rate}}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Advertising — Meta Ads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{{chart_spend}}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— Audience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{{chart_demographics}}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{{chart_placements}}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— Top Ads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Advertising — Google Ads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{{chart_gads_spend}}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{{chart_gads_campaigns}}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{{google_ads_narrative}}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Terms Performance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{{chart_search_terms}}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{{google_ads_narrative}}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Organic Search — SEO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{{chart_seo_trend}}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{{chart_top_queries}}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{{seo_narrative}}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{{csv_source_name}}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50292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463040"/>
            <a:ext cx="64008" cy="6858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50876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{{csv_kpi_0_label}}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14400" y="1737360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{{csv_kpi_0_value}}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583680" y="1463040"/>
            <a:ext cx="50292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83680" y="1463040"/>
            <a:ext cx="64008" cy="6858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150876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{{csv_kpi_1_label}}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766560" y="1737360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{{csv_kpi_1_value}}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731520" y="2286000"/>
            <a:ext cx="50292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1520" y="2286000"/>
            <a:ext cx="64008" cy="6858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33172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{{csv_kpi_2_label}}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14400" y="2560320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{{csv_kpi_2_value}}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583680" y="2286000"/>
            <a:ext cx="50292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83680" y="2286000"/>
            <a:ext cx="64008" cy="6858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0" y="233172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{{csv_kpi_3_label}}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766560" y="2560320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{{csv_kpi_3_value}}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731520" y="3108960"/>
            <a:ext cx="50292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31520" y="3108960"/>
            <a:ext cx="64008" cy="6858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315468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{{csv_kpi_4_label}}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14400" y="3383280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{{csv_kpi_4_value}}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6583680" y="3108960"/>
            <a:ext cx="50292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583680" y="3108960"/>
            <a:ext cx="64008" cy="6858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0" y="315468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{{csv_kpi_5_label}}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766560" y="3383280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{{csv_kpi_5_value}}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731520" y="3749040"/>
            <a:ext cx="1069848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31520" y="3749040"/>
            <a:ext cx="10698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{{chart_csv_data}}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Funnel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{{chart_conversion_funnel}}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" y="0"/>
            <a:ext cx="12106656" cy="105156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Wins &amp; Highlights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{{key_wins}}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" y="0"/>
            <a:ext cx="12106656" cy="1051560"/>
          </a:xfrm>
          <a:prstGeom prst="rect">
            <a:avLst/>
          </a:prstGeom>
          <a:solidFill>
            <a:srgbClr val="FFFBE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Concerns &amp; Recommendations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{{concerns}}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&amp; Action Items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{{next_steps}}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5760720"/>
            <a:ext cx="12161520" cy="10972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5806440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Reply to this email or schedule a call.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{{agency_email}}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{{custom_section_title}}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{{custom_section_text}}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Performance Report</dc:title>
  <dc:subject>PptxGenJS Presentation</dc:subject>
  <dc:creator>ReportPilot</dc:creator>
  <cp:lastModifiedBy>ReportPilot</cp:lastModifiedBy>
  <cp:revision>1</cp:revision>
  <dcterms:created xsi:type="dcterms:W3CDTF">2026-03-24T14:10:21Z</dcterms:created>
  <dcterms:modified xsi:type="dcterms:W3CDTF">2026-03-24T14:10:21Z</dcterms:modified>
</cp:coreProperties>
</file>
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0" y="0"/>
            <a:ext cx="4114800" cy="16459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0"/>
            <a:ext cx="3931920" cy="16459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64592"/>
            <a:ext cx="365760" cy="66934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347472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0100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00100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6012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8056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0100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64008" cy="685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087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583680" y="146304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46304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15087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766560" y="17373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286000"/>
            <a:ext cx="64008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317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83680" y="228600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64008" cy="685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23317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25603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10896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1546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3383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583680" y="310896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0" y="3108960"/>
            <a:ext cx="64008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0" y="31546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0" y="3383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2026-04-04T17:50:45Z</dcterms:created>
  <dcterms:modified xsi:type="dcterms:W3CDTF">2026-04-04T17:50:45Z</dcterms:modified>
</cp:coreProperties>
</file>
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1216152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418320" y="4572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7947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97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61120" y="36576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6B6D4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3268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445312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5312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5312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6" name="Text 14"/>
          <p:cNvSpPr/>
          <p:nvPr/>
        </p:nvSpPr>
        <p:spPr>
          <a:xfrm>
            <a:off x="797356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7356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97356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3268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3268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5196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5312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445312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1" name="Text 29"/>
          <p:cNvSpPr/>
          <p:nvPr/>
        </p:nvSpPr>
        <p:spPr>
          <a:xfrm>
            <a:off x="797356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97356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797356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164E6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2026-03-21T16:09:16Z</dcterms:created>
  <dcterms:modified xsi:type="dcterms:W3CDTF">2026-03-21T16:09:16Z</dcterms:modified>
</cp:coreProperties>
</file>
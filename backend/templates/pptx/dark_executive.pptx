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3268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45312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312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5312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797356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7356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7356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5312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5312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797356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7356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7356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164E6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2026-03-24T10:39:55Z</dcterms:created>
  <dcterms:modified xsi:type="dcterms:W3CDTF">2026-03-24T10:39:55Z</dcterms:modified>
</cp:coreProperties>
</file>
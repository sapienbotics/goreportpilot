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121615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418320" y="457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{{agency_logo}}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{{client_name}}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{{report_period}}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{{report_type}}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{{agency_name}}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0" y="3657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{{client_logo}}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54480"/>
            <a:ext cx="10149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{{executive_summary}}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004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32004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60020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{{kpi_0_label}}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1965960"/>
            <a:ext cx="2798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{{kpi_0_value}}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32688" y="269748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{{kpi_0_change}}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2004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417320"/>
            <a:ext cx="32004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160020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{{kpi_1_label}}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53128" y="1965960"/>
            <a:ext cx="2798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{{kpi_1_value}}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53128" y="269748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{{kpi_1_change}}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1417320"/>
            <a:ext cx="32004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0" y="1417320"/>
            <a:ext cx="32004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7973568" y="160020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{{kpi_2_label}}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73568" y="1965960"/>
            <a:ext cx="2798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{{kpi_2_value}}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973568" y="269748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{{kpi_2_change}}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32004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749040"/>
            <a:ext cx="32004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393192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{{kpi_3_label}}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4297680"/>
            <a:ext cx="2798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{{kpi_3_value}}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32688" y="502920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{{kpi_3_change}}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51960" y="3749040"/>
            <a:ext cx="32004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51960" y="3749040"/>
            <a:ext cx="32004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453128" y="393192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{{kpi_4_label}}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53128" y="4297680"/>
            <a:ext cx="2798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{{kpi_4_value}}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453128" y="502920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{{kpi_4_change}}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749040"/>
            <a:ext cx="32004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0" y="3749040"/>
            <a:ext cx="32004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7973568" y="393192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{{kpi_5_label}}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73568" y="4297680"/>
            <a:ext cx="2798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{{kpi_5_value}}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973568" y="502920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{{kpi_5_change}}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{{chart_sessions}}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{{chart_traffic}}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Engagement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{{chart_device_breakdown}}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{{chart_top_pages}}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{{engagement_narrative}}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{{chart_new_vs_returning}}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{{chart_top_countries}}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Rate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{{chart_bounce_rate}}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Advertising — Meta Ads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{{chart_spend}}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{{chart_campaigns}}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— Audience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{{chart_demographics}}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{{chart_placements}}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— Top Ads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{{chart_campaigns}}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Advertising — Google Ads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{{chart_gads_spend}}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{{chart_gads_campaigns}}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{{google_ads_narrative}}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Terms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{{chart_search_terms}}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{{google_ads_narrative}}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— SEO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{{chart_seo_trend}}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{{chart_top_queries}}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{{seo_narrative}}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{{csv_source_name}}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0292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630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{{csv_kpi_0_label}}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{{csv_kpi_0_value}}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50292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4630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{{csv_kpi_1_label}}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0" y="171907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{{csv_kpi_1_value}}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50292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2860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{{csv_kpi_2_label}}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54203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{{csv_kpi_2_value}}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0" y="2240280"/>
            <a:ext cx="50292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22860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{{csv_kpi_3_label}}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0" y="254203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{{csv_kpi_3_value}}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50292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108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{{csv_kpi_4_label}}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336499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{{csv_kpi_4_value}}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00800" y="3063240"/>
            <a:ext cx="50292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3108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{{csv_kpi_5_label}}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0" y="336499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{{csv_kpi_5_value}}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1520" y="3657600"/>
            <a:ext cx="1069848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365760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{{chart_csv_data}}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{{chart_conversion_funnel}}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Wins &amp;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54480"/>
            <a:ext cx="10149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{{key_wins}}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54480"/>
            <a:ext cx="10149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{{concerns}}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Action Items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54480"/>
            <a:ext cx="10149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{{next_steps}}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Reply to this email or schedule a call.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{{agency_email}}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{{custom_section_title}}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54480"/>
            <a:ext cx="10149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{{custom_section_text}}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Report</dc:title>
  <dc:subject>PptxGenJS Presentation</dc:subject>
  <dc:creator>ReportPilot</dc:creator>
  <cp:lastModifiedBy>ReportPilot</cp:lastModifiedBy>
  <cp:revision>1</cp:revision>
  <dcterms:created xsi:type="dcterms:W3CDTF">2026-04-04T17:50:45Z</dcterms:created>
  <dcterms:modified xsi:type="dcterms:W3CDTF">2026-04-04T17:50:45Z</dcterms:modified>
</cp:coreProperties>
</file>
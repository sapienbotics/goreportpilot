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6B6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3268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445312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312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5312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7973568" y="160020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73568" y="196596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973568" y="269748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3268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5312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5312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1" name="Text 29"/>
          <p:cNvSpPr/>
          <p:nvPr/>
        </p:nvSpPr>
        <p:spPr>
          <a:xfrm>
            <a:off x="7973568" y="3931920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73568" y="4297680"/>
            <a:ext cx="27980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7973568" y="5029200"/>
            <a:ext cx="27980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164E6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65760"/>
            <a:ext cx="1371600" cy="320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554480"/>
            <a:ext cx="101498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6839712"/>
            <a:ext cx="12161520" cy="1828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2026-03-24T07:48:53Z</dcterms:created>
  <dcterms:modified xsi:type="dcterms:W3CDTF">2026-03-24T07:48:53Z</dcterms:modified>
</cp:coreProperties>
</file>
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0" y="36576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3268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445312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5312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5312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797356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7356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7356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3268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3268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5312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5312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1" name="Text 29"/>
          <p:cNvSpPr/>
          <p:nvPr/>
        </p:nvSpPr>
        <p:spPr>
          <a:xfrm>
            <a:off x="797356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7356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797356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46304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71907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0" y="141732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46304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0" y="171907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224028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28600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0" y="254203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400800" y="224028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228600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83680" y="254203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10896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336499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00800" y="3063240"/>
            <a:ext cx="50292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0" y="3108960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0" y="3364992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10698480" cy="23774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36576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164E6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2026-03-24T14:10:21Z</dcterms:created>
  <dcterms:modified xsi:type="dcterms:W3CDTF">2026-03-24T14:10:21Z</dcterms:modified>
</cp:coreProperties>
</file>
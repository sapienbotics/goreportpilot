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3268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3268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5312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5312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5312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7356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7356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7356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3268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3268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45312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5312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5312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97356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7356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7356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4630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71907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0" y="141732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0" y="14630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0" y="171907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224028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22860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" y="254203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224028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83680" y="22860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254203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" y="310896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336499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00800" y="306324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83680" y="310896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0" y="336499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" y="3959352"/>
            <a:ext cx="10698480" cy="2414016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" y="3959352"/>
            <a:ext cx="10698480" cy="2414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164E6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2026-03-24T14:10:21Z</dcterms:created>
  <dcterms:modified xsi:type="dcterms:W3CDTF">2026-03-24T14:10:21Z</dcterms:modified>
</cp:coreProperties>
</file>
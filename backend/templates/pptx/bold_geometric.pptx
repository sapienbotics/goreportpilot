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8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0"/>
            <a:ext cx="5486400" cy="685800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2743200" cy="36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5720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{{agency_logo}}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{{report_period}}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{{report_type}}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961120" y="3657600"/>
            <a:ext cx="2286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{{client_logo}}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6217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{{agency_name}}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{{executive_summary}}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7" name="Text 5"/>
          <p:cNvSpPr/>
          <p:nvPr/>
        </p:nvSpPr>
        <p:spPr>
          <a:xfrm>
            <a:off x="98755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{{kpi_0_label}}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8755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{{kpi_0_value}}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98755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{{kpi_0_change}}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5196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2" name="Text 10"/>
          <p:cNvSpPr/>
          <p:nvPr/>
        </p:nvSpPr>
        <p:spPr>
          <a:xfrm>
            <a:off x="450799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{{kpi_1_label}}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0799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{{kpi_1_value}}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0799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{{kpi_1_change}}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0" y="150876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0" y="150876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17" name="Text 15"/>
          <p:cNvSpPr/>
          <p:nvPr/>
        </p:nvSpPr>
        <p:spPr>
          <a:xfrm>
            <a:off x="8028432" y="169164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{{kpi_2_label}}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28432" y="205740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{{kpi_2_value}}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8028432" y="283464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{{kpi_2_change}}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2" name="Text 20"/>
          <p:cNvSpPr/>
          <p:nvPr/>
        </p:nvSpPr>
        <p:spPr>
          <a:xfrm>
            <a:off x="98755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{{kpi_3_label}}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755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{{kpi_3_value}}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8755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{{kpi_3_change}}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25196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{{kpi_4_label}}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0799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{{kpi_4_value}}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450799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{{kpi_4_change}}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772400" y="3840480"/>
            <a:ext cx="320040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772400" y="3840480"/>
            <a:ext cx="73152" cy="20116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2" name="Text 30"/>
          <p:cNvSpPr/>
          <p:nvPr/>
        </p:nvSpPr>
        <p:spPr>
          <a:xfrm>
            <a:off x="8028432" y="4023360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{{kpi_5_label}}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028432" y="4389120"/>
            <a:ext cx="27614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{{kpi_5_value}}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8028432" y="5166360"/>
            <a:ext cx="276148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{{kpi_5_change}}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Performance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{{chart_sessions}}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{{chart_traffic}}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{{website_narrative}}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Advertising — Meta Ads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46304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6304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{{chart_spend}}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2120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17920" y="1463040"/>
            <a:ext cx="52120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{{chart_campaigns}}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4480560"/>
            <a:ext cx="106984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{{ads_narrative}}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04785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Wins &amp; Highlights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{{key_wins}}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Concerns &amp; Recommendations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{{concerns}}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 Items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{{next_steps}}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0" y="5760720"/>
            <a:ext cx="12161520" cy="109728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7" name="Shape 5"/>
          <p:cNvSpPr/>
          <p:nvPr/>
        </p:nvSpPr>
        <p:spPr>
          <a:xfrm>
            <a:off x="9418320" y="5760720"/>
            <a:ext cx="2743200" cy="109728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Reply to this email or schedule a call.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{{agency_email}}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188720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0"/>
            <a:ext cx="3200400" cy="1188720"/>
          </a:xfrm>
          <a:prstGeom prst="rtTriangle">
            <a:avLst/>
          </a:prstGeom>
          <a:solidFill>
            <a:srgbClr val="3730A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8600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{{custom_section_title}}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{{custom_section_text}}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5105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{{agency_name}}  •  Confidential  •  Page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Report</dc:title>
  <dc:subject>PptxGenJS Presentation</dc:subject>
  <dc:creator>ReportPilot</dc:creator>
  <cp:lastModifiedBy>ReportPilot</cp:lastModifiedBy>
  <cp:revision>1</cp:revision>
  <dcterms:created xsi:type="dcterms:W3CDTF">2026-03-24T10:39:55Z</dcterms:created>
  <dcterms:modified xsi:type="dcterms:W3CDTF">2026-03-24T10:39:55Z</dcterms:modified>
</cp:coreProperties>
</file>
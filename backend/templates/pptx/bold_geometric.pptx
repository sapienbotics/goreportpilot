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8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0"/>
            <a:ext cx="5486400" cy="685800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8755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8755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8755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5196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0799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0799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0799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02843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2843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02843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152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8755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8755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25196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0799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0799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50799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77240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77240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2843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02843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02843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46304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32688" y="150876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2688" y="173736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583680" y="146304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83680" y="146304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784848" y="150876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84848" y="173736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228600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1520" y="228600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32688" y="233172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2688" y="256032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583680" y="228600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83680" y="228600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84848" y="233172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84848" y="256032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31520" y="310896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" y="310896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32688" y="315468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32688" y="338328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583680" y="310896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583680" y="310896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784848" y="315468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84848" y="338328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731520" y="3913632"/>
            <a:ext cx="10698480" cy="24597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731520" y="3913632"/>
            <a:ext cx="10698480" cy="2459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04785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0" y="5760720"/>
            <a:ext cx="2743200" cy="109728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2026-03-24T14:10:22Z</dcterms:created>
  <dcterms:modified xsi:type="dcterms:W3CDTF">2026-03-24T14:10:22Z</dcterms:modified>
</cp:coreProperties>
</file>
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5486400" cy="685800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{{agency_logo}}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{{report_period}}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{{report_type}}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0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{{client_logo}}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{{agency_name}}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{{executive_summary}}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69164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{{kpi_0_label}}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205740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{{kpi_0_value}}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87552" y="283464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{{kpi_0_change}}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50876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69164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{{kpi_1_label}}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205740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{{kpi_1_value}}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07992" y="283464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{{kpi_1_change}}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1508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0" y="150876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7" name="Text 15"/>
          <p:cNvSpPr/>
          <p:nvPr/>
        </p:nvSpPr>
        <p:spPr>
          <a:xfrm>
            <a:off x="8028432" y="169164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{{kpi_2_label}}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28432" y="205740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{{kpi_2_value}}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028432" y="283464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{{kpi_2_change}}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84048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402336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{{kpi_3_label}}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38912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{{kpi_3_value}}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87552" y="516636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{{kpi_3_change}}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51960" y="38404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84048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402336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{{kpi_4_label}}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7992" y="438912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{{kpi_4_value}}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507992" y="516636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{{kpi_4_change}}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0" y="38404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0" y="384048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2" name="Text 30"/>
          <p:cNvSpPr/>
          <p:nvPr/>
        </p:nvSpPr>
        <p:spPr>
          <a:xfrm>
            <a:off x="8028432" y="402336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{{kpi_5_label}}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28432" y="438912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{{kpi_5_value}}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028432" y="516636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{{kpi_5_change}}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{{chart_sessions}}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{{chart_traffic}}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Engagement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{{chart_device_breakdown}}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{{chart_top_pages}}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{{engagement_narrative}}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{{chart_new_vs_returning}}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{{chart_top_countries}}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{{chart_bounce_rate}}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{{chart_spend}}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Audience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{{chart_demographics}}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{{chart_placements}}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Top Ads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Advertising — Google Ads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{{chart_gads_spend}}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{{chart_gads_campaigns}}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Terms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{{chart_search_terms}}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— SEO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{{chart_seo_trend}}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{{chart_top_queries}}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{{seo_narrative}}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{{csv_source_name}}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73152" cy="6858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50876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{{csv_kpi_0_label}}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1737360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{{csv_kpi_0_value}}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463040"/>
            <a:ext cx="73152" cy="6858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150876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{{csv_kpi_1_label}}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84848" y="1737360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{{csv_kpi_1_value}}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286000"/>
            <a:ext cx="73152" cy="6858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233172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{{csv_kpi_2_label}}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560320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{{csv_kpi_2_value}}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2286000"/>
            <a:ext cx="73152" cy="6858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233172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{{csv_kpi_3_label}}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84848" y="2560320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{{csv_kpi_3_value}}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108960"/>
            <a:ext cx="73152" cy="6858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315468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{{csv_kpi_4_label}}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3383280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{{csv_kpi_4_value}}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0" y="31089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3108960"/>
            <a:ext cx="73152" cy="6858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7" name="Text 25"/>
          <p:cNvSpPr/>
          <p:nvPr/>
        </p:nvSpPr>
        <p:spPr>
          <a:xfrm>
            <a:off x="6784848" y="315468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{{csv_kpi_5_label}}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84848" y="3383280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{{csv_kpi_5_value}}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31520" y="374904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74904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{{chart_csv_data}}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{{chart_conversion_funnel}}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{{key_wins}}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{{concerns}}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{{next_steps}}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0" y="5760720"/>
            <a:ext cx="2743200" cy="109728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{{agency_email}}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{{custom_section_title}}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{{custom_section_text}}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2026-04-04T17:50:46Z</dcterms:created>
  <dcterms:modified xsi:type="dcterms:W3CDTF">2026-04-04T17:50:46Z</dcterms:modified>
</cp:coreProperties>
</file>
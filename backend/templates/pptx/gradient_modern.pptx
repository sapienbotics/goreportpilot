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48456" y="0"/>
            <a:ext cx="8513064" cy="23774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904988" y="0"/>
            <a:ext cx="4256532" cy="2377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{{agency_name}}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{{report_type}}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4864608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64608" y="6784848"/>
            <a:ext cx="4256532" cy="7315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21140" y="6784848"/>
            <a:ext cx="304038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325880"/>
            <a:ext cx="36576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8096" y="1325880"/>
            <a:ext cx="27432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36576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88536" y="1325880"/>
            <a:ext cx="27432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056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8056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1325880"/>
            <a:ext cx="36576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08976" y="1325880"/>
            <a:ext cx="27432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0100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00100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3657600"/>
            <a:ext cx="36576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" y="3657600"/>
            <a:ext cx="27432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012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6012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5196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251960" y="3657600"/>
            <a:ext cx="36576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288536" y="3657600"/>
            <a:ext cx="27432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48056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48056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772400" y="3657600"/>
            <a:ext cx="36576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808976" y="3657600"/>
            <a:ext cx="27432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0100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0100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00100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Engagement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{{chart_device_breakdown}}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{{chart_top_pages}}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{{chart_new_vs_returning}}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{{chart_top_countries}}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{{chart_bounce_rate}}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Audience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{{chart_demographics}}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{{chart_placements}}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Top Ads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Advertising — Google Ads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{{chart_gads_spend}}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{{chart_gads_campaigns}}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Performance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{{chart_search_terms}}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— SEO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{{chart_seo_trend}}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{{chart_top_queries}}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{{seo_narrative}}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{{csv_source_name}}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37160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8096" y="1371600"/>
            <a:ext cx="27432" cy="5029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{{csv_kpi_0_label}}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{{csv_kpi_0_value}}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36576" cy="5029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37376" y="1371600"/>
            <a:ext cx="27432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{{csv_kpi_1_label}}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{{csv_kpi_1_value}}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2002536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2002536"/>
            <a:ext cx="36576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" y="2002536"/>
            <a:ext cx="27432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0482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{{csv_kpi_2_label}}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20482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{{csv_kpi_2_value}}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002536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2002536"/>
            <a:ext cx="36576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37376" y="2002536"/>
            <a:ext cx="27432" cy="5029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0" y="20482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{{csv_kpi_3_label}}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20482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{{csv_kpi_3_value}}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" y="2633472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1520" y="2633472"/>
            <a:ext cx="36576" cy="5029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68096" y="2633472"/>
            <a:ext cx="27432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2679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{{csv_kpi_4_label}}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2679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{{csv_kpi_4_value}}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0" y="2633472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0" y="2633472"/>
            <a:ext cx="36576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37376" y="2633472"/>
            <a:ext cx="27432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0" y="2679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{{csv_kpi_5_label}}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2679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{{csv_kpi_5_value}}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1520" y="3273552"/>
            <a:ext cx="10698480" cy="30998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1520" y="3273552"/>
            <a:ext cx="10698480" cy="3099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{{chart_csv_data}}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{{chart_conversion_funnel}}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{{key_wins}}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{{concerns}}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{{next_steps}}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760720"/>
            <a:ext cx="48646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4864608" y="5760720"/>
            <a:ext cx="4256532" cy="10972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Shape 7"/>
          <p:cNvSpPr/>
          <p:nvPr/>
        </p:nvSpPr>
        <p:spPr>
          <a:xfrm>
            <a:off x="9121140" y="5760720"/>
            <a:ext cx="304038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{{agency_email}}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{{custom_section_title}}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{{custom_section_text}}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2026-03-24T14:10:22Z</dcterms:created>
  <dcterms:modified xsi:type="dcterms:W3CDTF">2026-03-24T14:10:22Z</dcterms:modified>
</cp:coreProperties>
</file>
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23774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3648456" y="0"/>
            <a:ext cx="8513064" cy="237744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7904988" y="0"/>
            <a:ext cx="4256532" cy="2377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0972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418320" y="4572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8006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0" y="411480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0" y="6784848"/>
            <a:ext cx="4864608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3" name="Shape 11"/>
          <p:cNvSpPr/>
          <p:nvPr/>
        </p:nvSpPr>
        <p:spPr>
          <a:xfrm>
            <a:off x="4864608" y="6784848"/>
            <a:ext cx="4256532" cy="73152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4" name="Shape 12"/>
          <p:cNvSpPr/>
          <p:nvPr/>
        </p:nvSpPr>
        <p:spPr>
          <a:xfrm>
            <a:off x="9121140" y="6784848"/>
            <a:ext cx="3040380" cy="73152"/>
          </a:xfrm>
          <a:prstGeom prst="rect">
            <a:avLst/>
          </a:prstGeom>
          <a:solidFill>
            <a:srgbClr val="8B5CF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325880"/>
            <a:ext cx="36576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325880"/>
            <a:ext cx="27432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15087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18745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60120" y="26060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51960" y="13258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51960" y="1325880"/>
            <a:ext cx="36576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4" name="Shape 12"/>
          <p:cNvSpPr/>
          <p:nvPr/>
        </p:nvSpPr>
        <p:spPr>
          <a:xfrm>
            <a:off x="4288536" y="1325880"/>
            <a:ext cx="27432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4480560" y="15087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80560" y="18745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480560" y="26060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772400" y="13258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0" y="1325880"/>
            <a:ext cx="36576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Shape 18"/>
          <p:cNvSpPr/>
          <p:nvPr/>
        </p:nvSpPr>
        <p:spPr>
          <a:xfrm>
            <a:off x="7808976" y="1325880"/>
            <a:ext cx="27432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8001000" y="15087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01000" y="18745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001000" y="26060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365760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3657600"/>
            <a:ext cx="36576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6" name="Shape 24"/>
          <p:cNvSpPr/>
          <p:nvPr/>
        </p:nvSpPr>
        <p:spPr>
          <a:xfrm>
            <a:off x="768096" y="3657600"/>
            <a:ext cx="27432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7" name="Text 25"/>
          <p:cNvSpPr/>
          <p:nvPr/>
        </p:nvSpPr>
        <p:spPr>
          <a:xfrm>
            <a:off x="960120" y="38404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60120" y="42062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60120" y="49377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51960" y="365760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51960" y="3657600"/>
            <a:ext cx="36576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32" name="Shape 30"/>
          <p:cNvSpPr/>
          <p:nvPr/>
        </p:nvSpPr>
        <p:spPr>
          <a:xfrm>
            <a:off x="4288536" y="3657600"/>
            <a:ext cx="27432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3" name="Text 31"/>
          <p:cNvSpPr/>
          <p:nvPr/>
        </p:nvSpPr>
        <p:spPr>
          <a:xfrm>
            <a:off x="4480560" y="38404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480560" y="42062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4480560" y="49377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772400" y="365760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772400" y="3657600"/>
            <a:ext cx="36576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8" name="Shape 36"/>
          <p:cNvSpPr/>
          <p:nvPr/>
        </p:nvSpPr>
        <p:spPr>
          <a:xfrm>
            <a:off x="7808976" y="3657600"/>
            <a:ext cx="27432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9" name="Text 37"/>
          <p:cNvSpPr/>
          <p:nvPr/>
        </p:nvSpPr>
        <p:spPr>
          <a:xfrm>
            <a:off x="8001000" y="38404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01000" y="42062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000" dirty="0"/>
          </a:p>
        </p:txBody>
      </p:sp>
      <p:sp>
        <p:nvSpPr>
          <p:cNvPr id="41" name="Text 39"/>
          <p:cNvSpPr/>
          <p:nvPr/>
        </p:nvSpPr>
        <p:spPr>
          <a:xfrm>
            <a:off x="8001000" y="49377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Engagement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Insights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 Rate Analysis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Audience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— Top Ads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Advertising — Google Ads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Terms Performance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Search — SEO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{{csv_source_name}}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371600"/>
            <a:ext cx="36576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371600"/>
            <a:ext cx="27432" cy="5029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4173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17520" y="14173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0" y="1371600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0" y="1371600"/>
            <a:ext cx="36576" cy="5029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437376" y="1371600"/>
            <a:ext cx="27432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14173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686800" y="141732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1520" y="2002536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2002536"/>
            <a:ext cx="36576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Shape 16"/>
          <p:cNvSpPr/>
          <p:nvPr/>
        </p:nvSpPr>
        <p:spPr>
          <a:xfrm>
            <a:off x="768096" y="2002536"/>
            <a:ext cx="27432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2048256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17520" y="2048256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00800" y="2002536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2002536"/>
            <a:ext cx="36576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3" name="Shape 21"/>
          <p:cNvSpPr/>
          <p:nvPr/>
        </p:nvSpPr>
        <p:spPr>
          <a:xfrm>
            <a:off x="6437376" y="2002536"/>
            <a:ext cx="27432" cy="5029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2048256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686800" y="2048256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31520" y="2633472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31520" y="2633472"/>
            <a:ext cx="36576" cy="5029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8" name="Shape 26"/>
          <p:cNvSpPr/>
          <p:nvPr/>
        </p:nvSpPr>
        <p:spPr>
          <a:xfrm>
            <a:off x="768096" y="2633472"/>
            <a:ext cx="27432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267919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017520" y="2679192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400800" y="2633472"/>
            <a:ext cx="49377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0" y="2633472"/>
            <a:ext cx="36576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3" name="Shape 31"/>
          <p:cNvSpPr/>
          <p:nvPr/>
        </p:nvSpPr>
        <p:spPr>
          <a:xfrm>
            <a:off x="6437376" y="2633472"/>
            <a:ext cx="27432" cy="5029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0" y="267919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686800" y="2679192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731520" y="3337560"/>
            <a:ext cx="10698480" cy="2606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31520" y="3337560"/>
            <a:ext cx="1069848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Funnel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6984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5760720"/>
            <a:ext cx="4864608" cy="10972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4864608" y="5760720"/>
            <a:ext cx="4256532" cy="10972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9" name="Shape 7"/>
          <p:cNvSpPr/>
          <p:nvPr/>
        </p:nvSpPr>
        <p:spPr>
          <a:xfrm>
            <a:off x="9121140" y="5760720"/>
            <a:ext cx="3040380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19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2026-04-04T17:50:47Z</dcterms:created>
  <dcterms:modified xsi:type="dcterms:W3CDTF">2026-04-04T17:50:47Z</dcterms:modified>
</cp:coreProperties>
</file>
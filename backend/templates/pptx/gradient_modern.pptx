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237744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3648456" y="0"/>
            <a:ext cx="8513064" cy="237744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7904988" y="0"/>
            <a:ext cx="4256532" cy="23774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0972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31520" y="4297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48006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0" y="411480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6784848"/>
            <a:ext cx="4864608" cy="73152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3" name="Shape 11"/>
          <p:cNvSpPr/>
          <p:nvPr/>
        </p:nvSpPr>
        <p:spPr>
          <a:xfrm>
            <a:off x="4864608" y="6784848"/>
            <a:ext cx="4256532" cy="73152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21140" y="6784848"/>
            <a:ext cx="3040380" cy="73152"/>
          </a:xfrm>
          <a:prstGeom prst="rect">
            <a:avLst/>
          </a:prstGeom>
          <a:solidFill>
            <a:srgbClr val="8B5C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B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32588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32588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6012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5196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51960" y="132588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Shape 12"/>
          <p:cNvSpPr/>
          <p:nvPr/>
        </p:nvSpPr>
        <p:spPr>
          <a:xfrm>
            <a:off x="4288536" y="132588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8056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48056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772400" y="13258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0" y="132588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808976" y="132588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1" name="Text 19"/>
          <p:cNvSpPr/>
          <p:nvPr/>
        </p:nvSpPr>
        <p:spPr>
          <a:xfrm>
            <a:off x="8001000" y="150876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01000" y="187452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001000" y="26060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" y="3657600"/>
            <a:ext cx="36576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6" name="Shape 24"/>
          <p:cNvSpPr/>
          <p:nvPr/>
        </p:nvSpPr>
        <p:spPr>
          <a:xfrm>
            <a:off x="768096" y="3657600"/>
            <a:ext cx="27432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7" name="Text 25"/>
          <p:cNvSpPr/>
          <p:nvPr/>
        </p:nvSpPr>
        <p:spPr>
          <a:xfrm>
            <a:off x="96012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6012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6012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5196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51960" y="3657600"/>
            <a:ext cx="36576" cy="20116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32" name="Shape 30"/>
          <p:cNvSpPr/>
          <p:nvPr/>
        </p:nvSpPr>
        <p:spPr>
          <a:xfrm>
            <a:off x="4288536" y="3657600"/>
            <a:ext cx="27432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1"/>
          <p:cNvSpPr/>
          <p:nvPr/>
        </p:nvSpPr>
        <p:spPr>
          <a:xfrm>
            <a:off x="448056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48056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000" dirty="0"/>
          </a:p>
        </p:txBody>
      </p:sp>
      <p:sp>
        <p:nvSpPr>
          <p:cNvPr id="35" name="Text 33"/>
          <p:cNvSpPr/>
          <p:nvPr/>
        </p:nvSpPr>
        <p:spPr>
          <a:xfrm>
            <a:off x="448056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65760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F97316">
                <a:alpha val="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772400" y="3657600"/>
            <a:ext cx="36576" cy="20116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8" name="Shape 36"/>
          <p:cNvSpPr/>
          <p:nvPr/>
        </p:nvSpPr>
        <p:spPr>
          <a:xfrm>
            <a:off x="7808976" y="3657600"/>
            <a:ext cx="27432" cy="20116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9" name="Text 37"/>
          <p:cNvSpPr/>
          <p:nvPr/>
        </p:nvSpPr>
        <p:spPr>
          <a:xfrm>
            <a:off x="8001000" y="3840480"/>
            <a:ext cx="2788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01000" y="420624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8001000" y="493776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28016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28016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5760720"/>
            <a:ext cx="4864608" cy="109728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8" name="Shape 6"/>
          <p:cNvSpPr/>
          <p:nvPr/>
        </p:nvSpPr>
        <p:spPr>
          <a:xfrm>
            <a:off x="4864608" y="5760720"/>
            <a:ext cx="4256532" cy="109728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9" name="Shape 7"/>
          <p:cNvSpPr/>
          <p:nvPr/>
        </p:nvSpPr>
        <p:spPr>
          <a:xfrm>
            <a:off x="9121140" y="5760720"/>
            <a:ext cx="3040380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64608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" name="Shape 1"/>
          <p:cNvSpPr/>
          <p:nvPr/>
        </p:nvSpPr>
        <p:spPr>
          <a:xfrm>
            <a:off x="4864608" y="0"/>
            <a:ext cx="4256532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4" name="Shape 2"/>
          <p:cNvSpPr/>
          <p:nvPr/>
        </p:nvSpPr>
        <p:spPr>
          <a:xfrm>
            <a:off x="9121140" y="0"/>
            <a:ext cx="304038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2026-03-24T10:39:56Z</dcterms:created>
  <dcterms:modified xsi:type="dcterms:W3CDTF">2026-03-24T10:39:56Z</dcterms:modified>
</cp:coreProperties>
</file>
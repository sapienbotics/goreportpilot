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377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3648456" y="0"/>
            <a:ext cx="8513064" cy="237744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7904988" y="0"/>
            <a:ext cx="4256532" cy="2377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0972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006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6784848"/>
            <a:ext cx="4864608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Shape 11"/>
          <p:cNvSpPr/>
          <p:nvPr/>
        </p:nvSpPr>
        <p:spPr>
          <a:xfrm>
            <a:off x="4864608" y="6784848"/>
            <a:ext cx="4256532" cy="73152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Shape 12"/>
          <p:cNvSpPr/>
          <p:nvPr/>
        </p:nvSpPr>
        <p:spPr>
          <a:xfrm>
            <a:off x="9121140" y="6784848"/>
            <a:ext cx="3040380" cy="73152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2588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32588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6012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51960" y="132588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Shape 12"/>
          <p:cNvSpPr/>
          <p:nvPr/>
        </p:nvSpPr>
        <p:spPr>
          <a:xfrm>
            <a:off x="4288536" y="132588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8056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48056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0" y="132588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808976" y="132588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0100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00100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6" name="Shape 24"/>
          <p:cNvSpPr/>
          <p:nvPr/>
        </p:nvSpPr>
        <p:spPr>
          <a:xfrm>
            <a:off x="768096" y="365760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012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6012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5196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51960" y="365760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88536" y="365760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448056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056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448056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772400" y="365760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8" name="Shape 36"/>
          <p:cNvSpPr/>
          <p:nvPr/>
        </p:nvSpPr>
        <p:spPr>
          <a:xfrm>
            <a:off x="7808976" y="365760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9" name="Text 37"/>
          <p:cNvSpPr/>
          <p:nvPr/>
        </p:nvSpPr>
        <p:spPr>
          <a:xfrm>
            <a:off x="800100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0100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800100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6576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371600"/>
            <a:ext cx="27432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417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17520" y="1417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0" y="1371600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371600"/>
            <a:ext cx="36576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37376" y="1371600"/>
            <a:ext cx="27432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417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0" y="1417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2002536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2002536"/>
            <a:ext cx="36576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2002536"/>
            <a:ext cx="27432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048256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17520" y="2048256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0" y="2002536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2002536"/>
            <a:ext cx="36576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37376" y="2002536"/>
            <a:ext cx="27432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2048256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0" y="2048256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31520" y="2633472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2633472"/>
            <a:ext cx="36576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8" name="Shape 26"/>
          <p:cNvSpPr/>
          <p:nvPr/>
        </p:nvSpPr>
        <p:spPr>
          <a:xfrm>
            <a:off x="768096" y="2633472"/>
            <a:ext cx="27432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26791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017520" y="26791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0" y="2633472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2633472"/>
            <a:ext cx="36576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7376" y="2633472"/>
            <a:ext cx="27432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0" y="26791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6791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31520" y="3337560"/>
            <a:ext cx="10698480" cy="2606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31520" y="3337560"/>
            <a:ext cx="106984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5760720"/>
            <a:ext cx="4864608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4864608" y="5760720"/>
            <a:ext cx="4256532" cy="10972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Shape 7"/>
          <p:cNvSpPr/>
          <p:nvPr/>
        </p:nvSpPr>
        <p:spPr>
          <a:xfrm>
            <a:off x="9121140" y="5760720"/>
            <a:ext cx="304038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2026-03-24T14:10:22Z</dcterms:created>
  <dcterms:modified xsi:type="dcterms:W3CDTF">2026-03-24T14:10:22Z</dcterms:modified>
</cp:coreProperties>
</file>
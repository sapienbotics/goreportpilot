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166360" y="3657600"/>
            <a:ext cx="1828800" cy="9144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Metrics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37160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75488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13816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13816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7160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37160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475488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13816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13816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3816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Engagement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Insights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Bounce Rate Analysis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Paid Advertising — Meta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Ads — Audience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Ads — Top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Advertising — Google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Terms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Organic Search — SEO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{{csv_source_name}}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17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91840" y="14173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1965960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0" y="1417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0" y="14173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52160" y="1965960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20299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91840" y="202996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71600" y="2578608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1"/>
          <p:cNvSpPr/>
          <p:nvPr/>
        </p:nvSpPr>
        <p:spPr>
          <a:xfrm>
            <a:off x="5852160" y="20299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0" y="202996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852160" y="2578608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264261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91840" y="264261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71600" y="3191256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0" y="264261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0" y="264261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852160" y="3191256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3337560"/>
            <a:ext cx="941832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 Funnel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Wins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Concerns &amp; 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17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5669280"/>
            <a:ext cx="9418320" cy="914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5852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{{agency_name}}  •  {{agency_email}}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18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{{custom_section_title}}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19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2026-04-04T17:50:47Z</dcterms:created>
  <dcterms:modified xsi:type="dcterms:W3CDTF">2026-04-04T17:50:47Z</dcterms:modified>
</cp:coreProperties>
</file>
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166360" y="3657600"/>
            <a:ext cx="1828800" cy="36576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5" name="Rectangle 4"/>
          <p:cNvSpPr/>
          <p:nvPr/>
        </p:nvSpPr>
        <p:spPr>
          <a:xfrm>
            <a:off x="5166360" y="502920"/>
            <a:ext cx="1828800" cy="3657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Metrics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75488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600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138160" y="1874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651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3337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7160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37160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475488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138160" y="38862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41605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8138160" y="49377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623560"/>
            <a:ext cx="292608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9" name="Text 27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Engagement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{{chart_device_breakdown}}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{{chart_top_pages}}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Insights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{{chart_new_vs_returning}}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{{chart_top_countries}}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Bounce Rate Analysis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{{chart_bounce_rate}}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Paid Advertising — Meta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Audience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{{chart_demographics}}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{{chart_placements}}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 Ads — Top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Advertising — Google 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{{chart_gads_spend}}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{{chart_gads_campaigns}}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Terms Performance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{{chart_search_terms}}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{{google_ads_narrative}}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Organic Search — SEO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{{chart_seo_trend}}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{{chart_top_queries}}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4480560"/>
            <a:ext cx="9418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{{seo_narrative}}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{{csv_source_name}}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{{csv_kpi_0_label}}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9184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{{csv_kpi_0_value}}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0" y="1417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{{csv_kpi_1_label}}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0" y="141732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{{csv_kpi_1_value}}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52160" y="1965960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{{csv_kpi_2_label}}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9184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{{csv_kpi_2_value}}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37160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0" y="20299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{{csv_kpi_3_label}}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0" y="2029968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{{csv_kpi_3_value}}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852160" y="2578608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{{csv_kpi_4_label}}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9184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{{csv_kpi_4_value}}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37160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642616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{{csv_kpi_5_label}}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0" y="2642616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{{csv_kpi_5_value}}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852160" y="3191256"/>
            <a:ext cx="4114800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71600" y="3337560"/>
            <a:ext cx="94183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{{chart_csv_data}}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Conversion Funnel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46304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{{chart_conversion_funnel}}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Wins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16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Concerns &amp;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17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5669280"/>
            <a:ext cx="9418320" cy="914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5852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{{agency_name}}  •  {{agency_email}}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18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54864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{{custom_section_title}}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0" y="1234440"/>
            <a:ext cx="1828800" cy="13716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554480"/>
            <a:ext cx="9418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6355080"/>
            <a:ext cx="9418320" cy="457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6446520"/>
            <a:ext cx="9418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Page 19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2026-04-04T17:50:47Z</dcterms:created>
  <dcterms:modified xsi:type="dcterms:W3CDTF">2026-04-04T17:50:47Z</dcterms:modified>
</cp:coreProperties>
</file>
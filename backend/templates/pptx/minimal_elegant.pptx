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31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{{agency_logo}}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371600" y="219456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{{client_name}}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166360" y="3657600"/>
            <a:ext cx="1828800" cy="914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39319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{{report_period}}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438912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{{report_type}}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5029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{{client_logo}}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630936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{{agency_name}}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1554480"/>
            <a:ext cx="9418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{{executive_summary}}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1600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{{kpi_0_label}}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874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{{kpi_0_value}}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{{kpi_0_change}}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3337560"/>
            <a:ext cx="29260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54880" y="1600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{{kpi_1_label}}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874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{{kpi_1_value}}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54880" y="2651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{{kpi_1_change}}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337560"/>
            <a:ext cx="29260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38160" y="1600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{{kpi_2_label}}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38160" y="1874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{{kpi_2_value}}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138160" y="2651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{{kpi_2_change}}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3337560"/>
            <a:ext cx="29260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71600" y="3886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{{kpi_3_label}}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4160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{{kpi_3_value}}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371600" y="4937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{{kpi_3_change}}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5623560"/>
            <a:ext cx="29260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54880" y="3886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{{kpi_4_label}}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4160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{{kpi_4_value}}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754880" y="4937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{{kpi_4_change}}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5623560"/>
            <a:ext cx="29260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138160" y="3886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{{kpi_5_label}}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38160" y="4160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{{kpi_5_value}}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138160" y="4937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{{kpi_5_change}}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5623560"/>
            <a:ext cx="29260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{{chart_sessions}}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{{chart_traffic}}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4480560"/>
            <a:ext cx="9418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Engagement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{{chart_device_breakdown}}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{{chart_top_pages}}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4480560"/>
            <a:ext cx="9418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Insights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{{chart_new_vs_returning}}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{{chart_top_countries}}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4480560"/>
            <a:ext cx="9418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Bounce Rate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1463040"/>
            <a:ext cx="9418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{{chart_bounce_rate}}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0" y="539496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Advertising — Meta Ads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{{chart_spend}}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{{chart_campaigns}}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4480560"/>
            <a:ext cx="9418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Ads — Audience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{{chart_demographics}}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{{chart_placements}}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4480560"/>
            <a:ext cx="9418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Ads — Top Ads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1463040"/>
            <a:ext cx="9418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{{chart_campaigns}}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0" y="539496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Advertising — Google Ads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{{chart_gads_spend}}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{{chart_gads_campaigns}}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4480560"/>
            <a:ext cx="9418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{{google_ads_narrative}}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Terms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1463040"/>
            <a:ext cx="9418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{{chart_search_terms}}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0" y="539496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{{google_ads_narrative}}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Organic Search — SEO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630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{{chart_seo_trend}}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0" y="14630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{{chart_top_queries}}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4480560"/>
            <a:ext cx="9418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{{seo_narrative}}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{{csv_source_name}}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{{csv_kpi_0_label}}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91840" y="1417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{{csv_kpi_0_value}}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965960"/>
            <a:ext cx="4114800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5216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{{csv_kpi_1_label}}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417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{{csv_kpi_1_value}}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52160" y="1965960"/>
            <a:ext cx="4114800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71600" y="20299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{{csv_kpi_2_label}}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20299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{{csv_kpi_2_value}}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2578608"/>
            <a:ext cx="4114800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852160" y="20299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{{csv_kpi_3_label}}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20299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{{csv_kpi_3_value}}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852160" y="2578608"/>
            <a:ext cx="4114800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71600" y="264261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{{csv_kpi_4_label}}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0" y="264261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{{csv_kpi_4_value}}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71600" y="3191256"/>
            <a:ext cx="4114800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852160" y="264261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{{csv_kpi_5_label}}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264261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{{csv_kpi_5_value}}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852160" y="3191256"/>
            <a:ext cx="4114800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371600" y="3328416"/>
            <a:ext cx="9418320" cy="2980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{{chart_csv_data}}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Funnel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463040"/>
            <a:ext cx="9418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{{chart_conversion_funnel}}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0" y="539496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Wins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554480"/>
            <a:ext cx="9418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{{key_wins}}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Concerns &amp;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554480"/>
            <a:ext cx="9418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{{concerns}}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554480"/>
            <a:ext cx="9418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{{next_steps}}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5669280"/>
            <a:ext cx="9418320" cy="91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58521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{{agency_name}}  •  {{agency_email}}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18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548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{{custom_section_title}}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1828800" cy="1371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554480"/>
            <a:ext cx="9418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{{custom_section_text}}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6355080"/>
            <a:ext cx="941832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6446520"/>
            <a:ext cx="9418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Page 19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Report</dc:title>
  <dc:subject>PptxGenJS Presentation</dc:subject>
  <dc:creator>ReportPilot</dc:creator>
  <cp:lastModifiedBy>ReportPilot</cp:lastModifiedBy>
  <cp:revision>1</cp:revision>
  <dcterms:created xsi:type="dcterms:W3CDTF">2026-03-24T14:10:22Z</dcterms:created>
  <dcterms:modified xsi:type="dcterms:W3CDTF">2026-03-24T14:10:22Z</dcterms:modified>
</cp:coreProperties>
</file>
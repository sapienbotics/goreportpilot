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315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371600" y="2194560"/>
            <a:ext cx="9418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166360" y="3657600"/>
            <a:ext cx="1828800" cy="914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9319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438912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37760" y="5029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71600" y="630936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Metrics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37160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75488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13816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3816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7160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37160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75488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13816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13816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3816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Paid Advertising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Wins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Concerns &amp;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5669280"/>
            <a:ext cx="9418320" cy="914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5852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{{agency_name}}  •  {{agency_email}}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{{custom_section_title}}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9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2026-03-24T10:39:56Z</dcterms:created>
  <dcterms:modified xsi:type="dcterms:W3CDTF">2026-03-24T10:39:56Z</dcterms:modified>
</cp:coreProperties>
</file>
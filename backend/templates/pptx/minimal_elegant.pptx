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7315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371600" y="219456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166360" y="3657600"/>
            <a:ext cx="182880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9319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438912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37760" y="50292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630936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5488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3816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7160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37160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75488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Engagement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Insights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Rate Analysis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Paid Advertising — Meta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Audience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Top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Advertising — Google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Terms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Organic Search — SEO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{{csv_source_name}}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9184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5216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85216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9184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7160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85216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3337560"/>
            <a:ext cx="941832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 Funnel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Wins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Concerns &amp;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17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5669280"/>
            <a:ext cx="941832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5852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{{agency_name}}  •  {{agency_email}}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18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{{custom_section_title}}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2026-04-04T17:50:47Z</dcterms:created>
  <dcterms:modified xsi:type="dcterms:W3CDTF">2026-04-04T17:50:47Z</dcterms:modified>
</cp:coreProperties>
</file>
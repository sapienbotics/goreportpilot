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486400" cy="685800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TechVista Solutions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1, 2026 to Mar 31,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SapienBotics Agency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334155"/>
                </a:solidFill>
                <a:latin typeface="Calibri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8755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5196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0799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0799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508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0" y="150876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28432" y="169164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8432" y="205740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028432" y="283464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755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8755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5196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25196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0799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50799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38404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0" y="3840480"/>
            <a:ext cx="73152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28432" y="402336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28432" y="438912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028432" y="5166360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4</a:t>
            </a:r>
            <a:endParaRPr lang="en-US" sz="800" dirty="0"/>
          </a:p>
        </p:txBody>
      </p:sp>
      <p:pic>
        <p:nvPicPr>
          <p:cNvPr id="11" name="Picture 10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120640" cy="2743200"/>
          </a:xfrm>
          <a:prstGeom prst="rect">
            <a:avLst/>
          </a:prstGeom>
        </p:spPr>
      </p:pic>
      <p:pic>
        <p:nvPicPr>
          <p:cNvPr id="12" name="Picture 11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5</a:t>
            </a:r>
            <a:endParaRPr lang="en-US" sz="800" dirty="0"/>
          </a:p>
        </p:txBody>
      </p:sp>
      <p:pic>
        <p:nvPicPr>
          <p:cNvPr id="11" name="Picture 10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120640" cy="2743200"/>
          </a:xfrm>
          <a:prstGeom prst="rect">
            <a:avLst/>
          </a:prstGeom>
        </p:spPr>
      </p:pic>
      <p:pic>
        <p:nvPicPr>
          <p:cNvPr id="12" name="Picture 11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0478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Sessions surged 34.2% to 45,230, marking the highest traffic month in company history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TechCrunch feature generated 950 referral users and boosted brand authority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B4530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Lookalike Audiences campaign underperforming at 2.8x ROAS - recommend pausing and testing new audience segments based on DataPulse trial signups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0"/>
            <a:ext cx="3200400" cy="118872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Pause Lookalike Audiences campaign and create new audience based on March trial signups - implement by April 5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Schedule Google Ads keyword expansion targeting DataPulse competitor terms - launch April 10</a:t>
            </a:r>
          </a:p>
        </p:txBody>
      </p:sp>
      <p:sp>
        <p:nvSpPr>
          <p:cNvPr id="6" name="Shape 4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418320" y="5760720"/>
            <a:ext cx="2743200" cy="1097280"/>
          </a:xfrm>
          <a:prstGeom prst="rtTriangle">
            <a:avLst/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2026-03-24T10:39:55Z</dcterms:created>
  <dcterms:modified xsi:type="dcterms:W3CDTF">2026-03-24T10:39:55Z</dcterms:modified>
</cp:coreProperties>
</file>
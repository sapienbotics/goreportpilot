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Ultra-Bold" charset="1" panose="00000900000000000000"/>
      <p:regular r:id="rId16"/>
    </p:embeddedFont>
    <p:embeddedFont>
      <p:font typeface="Poppins" charset="1" panose="00000500000000000000"/>
      <p:regular r:id="rId17"/>
    </p:embeddedFont>
    <p:embeddedFont>
      <p:font typeface="Poppins Light" charset="1" panose="000004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713931"/>
            <a:ext cx="10243196" cy="4334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36"/>
              </a:lnSpc>
            </a:pPr>
            <a:r>
              <a:rPr lang="en-US" b="true" sz="11907" spc="-738">
                <a:solidFill>
                  <a:srgbClr val="292929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Social Media Marketing Report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150298" y="8209062"/>
            <a:ext cx="3725461" cy="434258"/>
            <a:chOff x="0" y="0"/>
            <a:chExt cx="981191" cy="1143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1191" cy="114372"/>
            </a:xfrm>
            <a:custGeom>
              <a:avLst/>
              <a:gdLst/>
              <a:ahLst/>
              <a:cxnLst/>
              <a:rect r="r" b="b" t="t" l="l"/>
              <a:pathLst>
                <a:path h="114372" w="981191">
                  <a:moveTo>
                    <a:pt x="0" y="0"/>
                  </a:moveTo>
                  <a:lnTo>
                    <a:pt x="981191" y="0"/>
                  </a:lnTo>
                  <a:lnTo>
                    <a:pt x="981191" y="114372"/>
                  </a:lnTo>
                  <a:lnTo>
                    <a:pt x="0" y="114372"/>
                  </a:lnTo>
                  <a:close/>
                </a:path>
              </a:pathLst>
            </a:custGeom>
            <a:solidFill>
              <a:srgbClr val="29292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81191" cy="152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163585" y="4547605"/>
            <a:ext cx="4095715" cy="4095715"/>
          </a:xfrm>
          <a:custGeom>
            <a:avLst/>
            <a:gdLst/>
            <a:ahLst/>
            <a:cxnLst/>
            <a:rect r="r" b="b" t="t" l="l"/>
            <a:pathLst>
              <a:path h="4095715" w="4095715">
                <a:moveTo>
                  <a:pt x="0" y="0"/>
                </a:moveTo>
                <a:lnTo>
                  <a:pt x="4095715" y="0"/>
                </a:lnTo>
                <a:lnTo>
                  <a:pt x="4095715" y="4095715"/>
                </a:lnTo>
                <a:lnTo>
                  <a:pt x="0" y="40957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528977" y="8293265"/>
            <a:ext cx="2968103" cy="30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7"/>
              </a:lnSpc>
            </a:pPr>
            <a:r>
              <a:rPr lang="en-US" sz="2250" spc="-139">
                <a:solidFill>
                  <a:srgbClr val="EDEDED"/>
                </a:solidFill>
                <a:latin typeface="Poppins"/>
                <a:ea typeface="Poppins"/>
                <a:cs typeface="Poppins"/>
                <a:sym typeface="Poppins"/>
              </a:rPr>
              <a:t>Rimberio Interiors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91197" y="8944824"/>
            <a:ext cx="296810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August 2030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057275"/>
            <a:ext cx="296810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Thynk Unlimited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91197" y="1057275"/>
            <a:ext cx="296810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Monthly Client Report</a:t>
            </a:r>
          </a:p>
        </p:txBody>
      </p:sp>
      <p:sp>
        <p:nvSpPr>
          <p:cNvPr name="AutoShape 11" id="11"/>
          <p:cNvSpPr/>
          <p:nvPr/>
        </p:nvSpPr>
        <p:spPr>
          <a:xfrm flipV="true">
            <a:off x="1028700" y="1727211"/>
            <a:ext cx="16230600" cy="0"/>
          </a:xfrm>
          <a:prstGeom prst="line">
            <a:avLst/>
          </a:prstGeom>
          <a:ln cap="flat" w="9525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1727211"/>
            <a:ext cx="16230600" cy="0"/>
          </a:xfrm>
          <a:prstGeom prst="line">
            <a:avLst/>
          </a:prstGeom>
          <a:ln cap="flat" w="9525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312798" y="3501062"/>
            <a:ext cx="624587" cy="624587"/>
          </a:xfrm>
          <a:custGeom>
            <a:avLst/>
            <a:gdLst/>
            <a:ahLst/>
            <a:cxnLst/>
            <a:rect r="r" b="b" t="t" l="l"/>
            <a:pathLst>
              <a:path h="624587" w="624587">
                <a:moveTo>
                  <a:pt x="0" y="0"/>
                </a:moveTo>
                <a:lnTo>
                  <a:pt x="624588" y="0"/>
                </a:lnTo>
                <a:lnTo>
                  <a:pt x="624588" y="624587"/>
                </a:lnTo>
                <a:lnTo>
                  <a:pt x="0" y="624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12798" y="6021320"/>
            <a:ext cx="624587" cy="624587"/>
          </a:xfrm>
          <a:custGeom>
            <a:avLst/>
            <a:gdLst/>
            <a:ahLst/>
            <a:cxnLst/>
            <a:rect r="r" b="b" t="t" l="l"/>
            <a:pathLst>
              <a:path h="624587" w="624587">
                <a:moveTo>
                  <a:pt x="0" y="0"/>
                </a:moveTo>
                <a:lnTo>
                  <a:pt x="624588" y="0"/>
                </a:lnTo>
                <a:lnTo>
                  <a:pt x="624588" y="624587"/>
                </a:lnTo>
                <a:lnTo>
                  <a:pt x="0" y="624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8628" y="2902065"/>
            <a:ext cx="7003784" cy="3743841"/>
          </a:xfrm>
          <a:custGeom>
            <a:avLst/>
            <a:gdLst/>
            <a:ahLst/>
            <a:cxnLst/>
            <a:rect r="r" b="b" t="t" l="l"/>
            <a:pathLst>
              <a:path h="3743841" w="7003784">
                <a:moveTo>
                  <a:pt x="0" y="0"/>
                </a:moveTo>
                <a:lnTo>
                  <a:pt x="7003784" y="0"/>
                </a:lnTo>
                <a:lnTo>
                  <a:pt x="7003784" y="3743842"/>
                </a:lnTo>
                <a:lnTo>
                  <a:pt x="0" y="3743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291197" y="8944824"/>
            <a:ext cx="296810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August 2030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057275"/>
            <a:ext cx="296810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Thynk Unlimited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91197" y="1057275"/>
            <a:ext cx="296810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Monthly Client Report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834441"/>
            <a:ext cx="7338113" cy="1339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5"/>
              </a:lnSpc>
            </a:pPr>
            <a:r>
              <a:rPr lang="en-US" b="true" sz="9995" spc="-619">
                <a:solidFill>
                  <a:srgbClr val="292929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Summary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23666" y="3652389"/>
            <a:ext cx="3785347" cy="376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2869" spc="-177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869" spc="-177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onthly Objectives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23666" y="6172647"/>
            <a:ext cx="3785347" cy="376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2869" spc="-177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Ke</a:t>
            </a:r>
            <a:r>
              <a:rPr lang="en-US" sz="2869" spc="-177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y results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23666" y="4409129"/>
            <a:ext cx="4637263" cy="1221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91"/>
              </a:lnSpc>
            </a:pPr>
            <a:r>
              <a:rPr lang="en-US" sz="1913" spc="-118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Lorem ipsum dolor sit amet, c</a:t>
            </a:r>
            <a:r>
              <a:rPr lang="en-US" sz="1913" spc="-118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onsectetur adipiscing elit. Suspendisse sed purus hendrerit, consequat eros at, faucibus leo. Duis ornare tempus lacus id porta.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23666" y="6929386"/>
            <a:ext cx="4637263" cy="1221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91"/>
              </a:lnSpc>
            </a:pPr>
            <a:r>
              <a:rPr lang="en-US" sz="1913" spc="-118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Lorem ipsum dolor sit amet, c</a:t>
            </a:r>
            <a:r>
              <a:rPr lang="en-US" sz="1913" spc="-118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onsectetur adipiscing elit. Suspendisse sed purus hendrerit, consequat eros at, faucibus leo. Duis ornare tempus lacus id porta.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1727211"/>
            <a:ext cx="16230600" cy="0"/>
          </a:xfrm>
          <a:prstGeom prst="line">
            <a:avLst/>
          </a:prstGeom>
          <a:ln cap="flat" w="9525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350609" y="3516456"/>
            <a:ext cx="6908691" cy="2492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095"/>
              </a:lnSpc>
            </a:pPr>
            <a:r>
              <a:rPr lang="en-US" b="true" sz="9995" spc="-619">
                <a:solidFill>
                  <a:srgbClr val="292929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Content Ove</a:t>
            </a:r>
            <a:r>
              <a:rPr lang="en-US" b="true" sz="9995" spc="-619">
                <a:solidFill>
                  <a:srgbClr val="292929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57275"/>
            <a:ext cx="296810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Thynk Unlimited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91197" y="1057275"/>
            <a:ext cx="296810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Monthly Client Report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984615"/>
            <a:ext cx="296810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August 2030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3833341"/>
            <a:ext cx="548276" cy="548276"/>
          </a:xfrm>
          <a:custGeom>
            <a:avLst/>
            <a:gdLst/>
            <a:ahLst/>
            <a:cxnLst/>
            <a:rect r="r" b="b" t="t" l="l"/>
            <a:pathLst>
              <a:path h="548276" w="548276">
                <a:moveTo>
                  <a:pt x="0" y="0"/>
                </a:moveTo>
                <a:lnTo>
                  <a:pt x="548276" y="0"/>
                </a:lnTo>
                <a:lnTo>
                  <a:pt x="548276" y="548276"/>
                </a:lnTo>
                <a:lnTo>
                  <a:pt x="0" y="548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89852" y="3833341"/>
            <a:ext cx="548276" cy="548276"/>
          </a:xfrm>
          <a:custGeom>
            <a:avLst/>
            <a:gdLst/>
            <a:ahLst/>
            <a:cxnLst/>
            <a:rect r="r" b="b" t="t" l="l"/>
            <a:pathLst>
              <a:path h="548276" w="548276">
                <a:moveTo>
                  <a:pt x="0" y="0"/>
                </a:moveTo>
                <a:lnTo>
                  <a:pt x="548276" y="0"/>
                </a:lnTo>
                <a:lnTo>
                  <a:pt x="548276" y="548276"/>
                </a:lnTo>
                <a:lnTo>
                  <a:pt x="0" y="548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64836" y="3963637"/>
            <a:ext cx="3322862" cy="333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2"/>
              </a:lnSpc>
            </a:pPr>
            <a:r>
              <a:rPr lang="en-US" sz="2519" spc="-156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519" spc="-156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onthly Objectives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59126" y="3963637"/>
            <a:ext cx="3322862" cy="333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2"/>
              </a:lnSpc>
            </a:pPr>
            <a:r>
              <a:rPr lang="en-US" sz="2519" spc="-156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519" spc="-156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onthly Objectives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59291" y="4249682"/>
            <a:ext cx="4866538" cy="3440572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704015" y="4300116"/>
            <a:ext cx="4261333" cy="3527855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1658224" y="6366734"/>
            <a:ext cx="5601076" cy="72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91"/>
              </a:lnSpc>
            </a:pPr>
            <a:r>
              <a:rPr lang="en-US" sz="1513" spc="-93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Lorem ipsum dolor sit amet, c</a:t>
            </a:r>
            <a:r>
              <a:rPr lang="en-US" sz="1513" spc="-93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onsectetur adipiscing elit. Suspendisse sed purus hendrerit, consequat eros at, faucibus leo. Duis ornare tempus lacus id porta.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3996803" y="9239250"/>
            <a:ext cx="13262497" cy="0"/>
          </a:xfrm>
          <a:prstGeom prst="line">
            <a:avLst/>
          </a:prstGeom>
          <a:ln cap="flat" w="9525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1727211"/>
            <a:ext cx="16230600" cy="0"/>
          </a:xfrm>
          <a:prstGeom prst="line">
            <a:avLst/>
          </a:prstGeom>
          <a:ln cap="flat" w="9525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3996803" y="9239250"/>
            <a:ext cx="13262497" cy="0"/>
          </a:xfrm>
          <a:prstGeom prst="line">
            <a:avLst/>
          </a:prstGeom>
          <a:ln cap="flat" w="9525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984021" y="3984997"/>
          <a:ext cx="9275279" cy="4657725"/>
        </p:xfrm>
        <a:graphic>
          <a:graphicData uri="http://schemas.openxmlformats.org/drawingml/2006/table">
            <a:tbl>
              <a:tblPr/>
              <a:tblGrid>
                <a:gridCol w="3545605"/>
                <a:gridCol w="1617066"/>
                <a:gridCol w="1262270"/>
                <a:gridCol w="1040624"/>
                <a:gridCol w="972112"/>
                <a:gridCol w="837602"/>
              </a:tblGrid>
              <a:tr h="7444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EDEDE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Post Title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EDEDE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Content Pillar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EDEDE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Platform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EDEDE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Format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EDEDE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EDEDE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Time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8590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Which Products to Include in Your Morning Routine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099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Promote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Platform One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Video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May 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4 pm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90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Our Favorite Skincare Memes This Week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Educate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Platform Two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Carousel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May 16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3 pm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90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20% off Cleansers Promotion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Educate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Platform Third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Image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May 27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7 pm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1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1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5" id="5"/>
          <p:cNvSpPr/>
          <p:nvPr/>
        </p:nvSpPr>
        <p:spPr>
          <a:xfrm flipH="false" flipV="false" rot="0">
            <a:off x="1095499" y="6474922"/>
            <a:ext cx="1640916" cy="1640916"/>
          </a:xfrm>
          <a:custGeom>
            <a:avLst/>
            <a:gdLst/>
            <a:ahLst/>
            <a:cxnLst/>
            <a:rect r="r" b="b" t="t" l="l"/>
            <a:pathLst>
              <a:path h="1640916" w="1640916">
                <a:moveTo>
                  <a:pt x="0" y="0"/>
                </a:moveTo>
                <a:lnTo>
                  <a:pt x="1640916" y="0"/>
                </a:lnTo>
                <a:lnTo>
                  <a:pt x="1640916" y="1640916"/>
                </a:lnTo>
                <a:lnTo>
                  <a:pt x="0" y="1640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057275"/>
            <a:ext cx="296810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Thynk Unlimited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91197" y="1057275"/>
            <a:ext cx="296810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Monthly Client Report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5499" y="5246523"/>
            <a:ext cx="296810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T</a:t>
            </a: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op 5 Performing Posts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651292"/>
            <a:ext cx="6288415" cy="2492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5"/>
              </a:lnSpc>
            </a:pPr>
            <a:r>
              <a:rPr lang="en-US" sz="9995" spc="-619" b="true">
                <a:solidFill>
                  <a:srgbClr val="292929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Content Ove</a:t>
            </a:r>
            <a:r>
              <a:rPr lang="en-US" b="true" sz="9995" spc="-619">
                <a:solidFill>
                  <a:srgbClr val="292929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rview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984615"/>
            <a:ext cx="296810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August 2030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1727211"/>
            <a:ext cx="16230600" cy="0"/>
          </a:xfrm>
          <a:prstGeom prst="line">
            <a:avLst/>
          </a:prstGeom>
          <a:ln cap="flat" w="9525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9213747"/>
            <a:ext cx="14040620" cy="0"/>
          </a:xfrm>
          <a:prstGeom prst="line">
            <a:avLst/>
          </a:prstGeom>
          <a:ln cap="flat" w="9525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8695836" y="3719166"/>
          <a:ext cx="8563464" cy="4636086"/>
        </p:xfrm>
        <a:graphic>
          <a:graphicData uri="http://schemas.openxmlformats.org/drawingml/2006/table">
            <a:tbl>
              <a:tblPr/>
              <a:tblGrid>
                <a:gridCol w="3876106"/>
                <a:gridCol w="2632470"/>
                <a:gridCol w="2054887"/>
              </a:tblGrid>
              <a:tr h="7444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EDEDE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</a:t>
                      </a:r>
                      <a:r>
                        <a:rPr lang="en-US" sz="1400">
                          <a:solidFill>
                            <a:srgbClr val="EDEDE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EDEDE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</a:t>
                      </a:r>
                      <a:r>
                        <a:rPr lang="en-US" sz="1400">
                          <a:solidFill>
                            <a:srgbClr val="EDEDE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onthly Total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EDEDE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Performance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8517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Impressions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099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300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+ 3%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17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Engagement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10 000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+ 3%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17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Followers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4000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+ 3%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1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Website Clicks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800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+ 3%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1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Online Sales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800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+ 3%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5" id="5"/>
          <p:cNvSpPr/>
          <p:nvPr/>
        </p:nvSpPr>
        <p:spPr>
          <a:xfrm flipH="false" flipV="false" rot="0">
            <a:off x="8695836" y="2817155"/>
            <a:ext cx="479512" cy="479512"/>
          </a:xfrm>
          <a:custGeom>
            <a:avLst/>
            <a:gdLst/>
            <a:ahLst/>
            <a:cxnLst/>
            <a:rect r="r" b="b" t="t" l="l"/>
            <a:pathLst>
              <a:path h="479512" w="479512">
                <a:moveTo>
                  <a:pt x="0" y="0"/>
                </a:moveTo>
                <a:lnTo>
                  <a:pt x="479512" y="0"/>
                </a:lnTo>
                <a:lnTo>
                  <a:pt x="479512" y="479512"/>
                </a:lnTo>
                <a:lnTo>
                  <a:pt x="0" y="479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5434194"/>
            <a:ext cx="3286380" cy="3286380"/>
          </a:xfrm>
          <a:custGeom>
            <a:avLst/>
            <a:gdLst/>
            <a:ahLst/>
            <a:cxnLst/>
            <a:rect r="r" b="b" t="t" l="l"/>
            <a:pathLst>
              <a:path h="3286380" w="3286380">
                <a:moveTo>
                  <a:pt x="0" y="0"/>
                </a:moveTo>
                <a:lnTo>
                  <a:pt x="3286380" y="0"/>
                </a:lnTo>
                <a:lnTo>
                  <a:pt x="3286380" y="3286380"/>
                </a:lnTo>
                <a:lnTo>
                  <a:pt x="0" y="3286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057275"/>
            <a:ext cx="296810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Thynk Unlimited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91197" y="1057275"/>
            <a:ext cx="296810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Monthly Client Report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589816"/>
            <a:ext cx="7338113" cy="1339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5"/>
              </a:lnSpc>
            </a:pPr>
            <a:r>
              <a:rPr lang="en-US" b="true" sz="9995" spc="-619">
                <a:solidFill>
                  <a:srgbClr val="292929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Summary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91197" y="8944824"/>
            <a:ext cx="296810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August 2030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07651" y="2897223"/>
            <a:ext cx="3726094" cy="376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2869" spc="-177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Organic C</a:t>
            </a:r>
            <a:r>
              <a:rPr lang="en-US" sz="2869" spc="-177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ontent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1727211"/>
            <a:ext cx="16230600" cy="0"/>
          </a:xfrm>
          <a:prstGeom prst="line">
            <a:avLst/>
          </a:prstGeom>
          <a:ln cap="flat" w="9525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9144000" y="2317459"/>
            <a:ext cx="8115300" cy="2492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095"/>
              </a:lnSpc>
            </a:pPr>
            <a:r>
              <a:rPr lang="en-US" b="true" sz="9995" spc="-619">
                <a:solidFill>
                  <a:srgbClr val="292929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Perfor</a:t>
            </a:r>
            <a:r>
              <a:rPr lang="en-US" b="true" sz="9995" spc="-619">
                <a:solidFill>
                  <a:srgbClr val="292929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mance Overview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4477841"/>
          <a:ext cx="8563464" cy="3969336"/>
        </p:xfrm>
        <a:graphic>
          <a:graphicData uri="http://schemas.openxmlformats.org/drawingml/2006/table">
            <a:tbl>
              <a:tblPr/>
              <a:tblGrid>
                <a:gridCol w="3876106"/>
                <a:gridCol w="2632470"/>
                <a:gridCol w="2054887"/>
              </a:tblGrid>
              <a:tr h="7447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EDEDE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</a:t>
                      </a:r>
                      <a:r>
                        <a:rPr lang="en-US" sz="1400">
                          <a:solidFill>
                            <a:srgbClr val="EDEDE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EDEDE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</a:t>
                      </a:r>
                      <a:r>
                        <a:rPr lang="en-US" sz="1400">
                          <a:solidFill>
                            <a:srgbClr val="EDEDE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onthly Total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EDEDE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Performance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8520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Impressions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099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300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+ 3%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20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Engagement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10 000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+ 3%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20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Followers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4000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+ 3%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3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Website Clicks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800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+ 3%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5" id="5"/>
          <p:cNvSpPr/>
          <p:nvPr/>
        </p:nvSpPr>
        <p:spPr>
          <a:xfrm flipH="false" flipV="false" rot="0">
            <a:off x="1028700" y="3473075"/>
            <a:ext cx="479512" cy="479512"/>
          </a:xfrm>
          <a:custGeom>
            <a:avLst/>
            <a:gdLst/>
            <a:ahLst/>
            <a:cxnLst/>
            <a:rect r="r" b="b" t="t" l="l"/>
            <a:pathLst>
              <a:path h="479512" w="479512">
                <a:moveTo>
                  <a:pt x="0" y="0"/>
                </a:moveTo>
                <a:lnTo>
                  <a:pt x="479512" y="0"/>
                </a:lnTo>
                <a:lnTo>
                  <a:pt x="479512" y="479512"/>
                </a:lnTo>
                <a:lnTo>
                  <a:pt x="0" y="479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028700" y="9213747"/>
            <a:ext cx="14040620" cy="0"/>
          </a:xfrm>
          <a:prstGeom prst="line">
            <a:avLst/>
          </a:prstGeom>
          <a:ln cap="flat" w="9525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5761736" y="5432136"/>
            <a:ext cx="1497564" cy="2879931"/>
          </a:xfrm>
          <a:custGeom>
            <a:avLst/>
            <a:gdLst/>
            <a:ahLst/>
            <a:cxnLst/>
            <a:rect r="r" b="b" t="t" l="l"/>
            <a:pathLst>
              <a:path h="2879931" w="1497564">
                <a:moveTo>
                  <a:pt x="0" y="0"/>
                </a:moveTo>
                <a:lnTo>
                  <a:pt x="1497564" y="0"/>
                </a:lnTo>
                <a:lnTo>
                  <a:pt x="1497564" y="2879931"/>
                </a:lnTo>
                <a:lnTo>
                  <a:pt x="0" y="28799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057275"/>
            <a:ext cx="296810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Thynk Unlimited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91197" y="1057275"/>
            <a:ext cx="296810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Monthly Client Report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40515" y="3553143"/>
            <a:ext cx="3726094" cy="376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2869" spc="-177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Paid Adver</a:t>
            </a:r>
            <a:r>
              <a:rPr lang="en-US" sz="2869" spc="-177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tising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91197" y="8944824"/>
            <a:ext cx="296810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August 2030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1727211"/>
            <a:ext cx="16230600" cy="0"/>
          </a:xfrm>
          <a:prstGeom prst="line">
            <a:avLst/>
          </a:prstGeom>
          <a:ln cap="flat" w="9525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1057275"/>
            <a:ext cx="296810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Thynk Unlimited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91197" y="1057275"/>
            <a:ext cx="296810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Monthly Client Report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69957" y="2662617"/>
            <a:ext cx="10748085" cy="1339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5"/>
              </a:lnSpc>
            </a:pPr>
            <a:r>
              <a:rPr lang="en-US" b="true" sz="9995" spc="-619">
                <a:solidFill>
                  <a:srgbClr val="292929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Goal Tr</a:t>
            </a:r>
            <a:r>
              <a:rPr lang="en-US" b="true" sz="9995" spc="-619">
                <a:solidFill>
                  <a:srgbClr val="292929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acking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971922" y="4562265"/>
            <a:ext cx="624587" cy="624587"/>
          </a:xfrm>
          <a:custGeom>
            <a:avLst/>
            <a:gdLst/>
            <a:ahLst/>
            <a:cxnLst/>
            <a:rect r="r" b="b" t="t" l="l"/>
            <a:pathLst>
              <a:path h="624587" w="624587">
                <a:moveTo>
                  <a:pt x="0" y="0"/>
                </a:moveTo>
                <a:lnTo>
                  <a:pt x="624587" y="0"/>
                </a:lnTo>
                <a:lnTo>
                  <a:pt x="624587" y="624587"/>
                </a:lnTo>
                <a:lnTo>
                  <a:pt x="0" y="624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59511" y="4562265"/>
            <a:ext cx="624587" cy="624587"/>
          </a:xfrm>
          <a:custGeom>
            <a:avLst/>
            <a:gdLst/>
            <a:ahLst/>
            <a:cxnLst/>
            <a:rect r="r" b="b" t="t" l="l"/>
            <a:pathLst>
              <a:path h="624587" w="624587">
                <a:moveTo>
                  <a:pt x="0" y="0"/>
                </a:moveTo>
                <a:lnTo>
                  <a:pt x="624587" y="0"/>
                </a:lnTo>
                <a:lnTo>
                  <a:pt x="624587" y="624587"/>
                </a:lnTo>
                <a:lnTo>
                  <a:pt x="0" y="624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971922" y="6383836"/>
            <a:ext cx="624587" cy="624587"/>
          </a:xfrm>
          <a:custGeom>
            <a:avLst/>
            <a:gdLst/>
            <a:ahLst/>
            <a:cxnLst/>
            <a:rect r="r" b="b" t="t" l="l"/>
            <a:pathLst>
              <a:path h="624587" w="624587">
                <a:moveTo>
                  <a:pt x="0" y="0"/>
                </a:moveTo>
                <a:lnTo>
                  <a:pt x="624587" y="0"/>
                </a:lnTo>
                <a:lnTo>
                  <a:pt x="624587" y="624587"/>
                </a:lnTo>
                <a:lnTo>
                  <a:pt x="0" y="624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759511" y="6383836"/>
            <a:ext cx="624587" cy="624587"/>
          </a:xfrm>
          <a:custGeom>
            <a:avLst/>
            <a:gdLst/>
            <a:ahLst/>
            <a:cxnLst/>
            <a:rect r="r" b="b" t="t" l="l"/>
            <a:pathLst>
              <a:path h="624587" w="624587">
                <a:moveTo>
                  <a:pt x="0" y="0"/>
                </a:moveTo>
                <a:lnTo>
                  <a:pt x="624587" y="0"/>
                </a:lnTo>
                <a:lnTo>
                  <a:pt x="624587" y="624587"/>
                </a:lnTo>
                <a:lnTo>
                  <a:pt x="0" y="624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082789" y="4713592"/>
            <a:ext cx="3445700" cy="376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2869" spc="-177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869" spc="-177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ollower Growth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70378" y="4713592"/>
            <a:ext cx="3445700" cy="376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2869" spc="-177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r>
              <a:rPr lang="en-US" sz="2869" spc="-177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ebsite Traffic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82789" y="6535164"/>
            <a:ext cx="3445700" cy="376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2869" spc="-177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Sa</a:t>
            </a:r>
            <a:r>
              <a:rPr lang="en-US" sz="2869" spc="-177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les Volume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70378" y="6535164"/>
            <a:ext cx="3445700" cy="376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2869" spc="-177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Emai</a:t>
            </a:r>
            <a:r>
              <a:rPr lang="en-US" sz="2869" spc="-177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l Subscribers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82789" y="5167824"/>
            <a:ext cx="3445700" cy="310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91"/>
              </a:lnSpc>
            </a:pPr>
            <a:r>
              <a:rPr lang="en-US" sz="1913" spc="-118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Goal: 25,000 f</a:t>
            </a:r>
            <a:r>
              <a:rPr lang="en-US" sz="1913" spc="-118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ollowers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70378" y="5167824"/>
            <a:ext cx="3445700" cy="310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91"/>
              </a:lnSpc>
            </a:pPr>
            <a:r>
              <a:rPr lang="en-US" sz="1913" spc="-118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Goal: 300 dai</a:t>
            </a:r>
            <a:r>
              <a:rPr lang="en-US" sz="1913" spc="-118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ly visits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82789" y="6989396"/>
            <a:ext cx="3445700" cy="310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91"/>
              </a:lnSpc>
            </a:pPr>
            <a:r>
              <a:rPr lang="en-US" sz="1913" spc="-118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Goal: 500 M</a:t>
            </a:r>
            <a:r>
              <a:rPr lang="en-US" sz="1913" spc="-118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onthly Sales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70378" y="6989396"/>
            <a:ext cx="3445700" cy="310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91"/>
              </a:lnSpc>
            </a:pPr>
            <a:r>
              <a:rPr lang="en-US" sz="1913" spc="-118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Goal: 12,000 subscrib</a:t>
            </a:r>
            <a:r>
              <a:rPr lang="en-US" sz="1913" spc="-118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ers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754358" y="5381636"/>
            <a:ext cx="3941176" cy="930582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541947" y="5381636"/>
            <a:ext cx="3941176" cy="930582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754358" y="7203208"/>
            <a:ext cx="3941176" cy="930582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541947" y="7203208"/>
            <a:ext cx="3941176" cy="930582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flipV="true">
            <a:off x="3996803" y="9239250"/>
            <a:ext cx="13262497" cy="0"/>
          </a:xfrm>
          <a:prstGeom prst="line">
            <a:avLst/>
          </a:prstGeom>
          <a:ln cap="flat" w="9525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1028700" y="8984615"/>
            <a:ext cx="296810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August 2030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1727211"/>
            <a:ext cx="16230600" cy="0"/>
          </a:xfrm>
          <a:prstGeom prst="line">
            <a:avLst/>
          </a:prstGeom>
          <a:ln cap="flat" w="9525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1057275"/>
            <a:ext cx="296810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Thynk Unlimited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91197" y="1057275"/>
            <a:ext cx="296810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Monthly Client Report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893102" y="2551805"/>
            <a:ext cx="526728" cy="526728"/>
          </a:xfrm>
          <a:custGeom>
            <a:avLst/>
            <a:gdLst/>
            <a:ahLst/>
            <a:cxnLst/>
            <a:rect r="r" b="b" t="t" l="l"/>
            <a:pathLst>
              <a:path h="526728" w="526728">
                <a:moveTo>
                  <a:pt x="0" y="0"/>
                </a:moveTo>
                <a:lnTo>
                  <a:pt x="526728" y="0"/>
                </a:lnTo>
                <a:lnTo>
                  <a:pt x="526728" y="526728"/>
                </a:lnTo>
                <a:lnTo>
                  <a:pt x="0" y="5267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93102" y="4677195"/>
            <a:ext cx="526728" cy="526728"/>
          </a:xfrm>
          <a:custGeom>
            <a:avLst/>
            <a:gdLst/>
            <a:ahLst/>
            <a:cxnLst/>
            <a:rect r="r" b="b" t="t" l="l"/>
            <a:pathLst>
              <a:path h="526728" w="526728">
                <a:moveTo>
                  <a:pt x="0" y="0"/>
                </a:moveTo>
                <a:lnTo>
                  <a:pt x="526728" y="0"/>
                </a:lnTo>
                <a:lnTo>
                  <a:pt x="526728" y="526728"/>
                </a:lnTo>
                <a:lnTo>
                  <a:pt x="0" y="5267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893102" y="6802585"/>
            <a:ext cx="526728" cy="526728"/>
          </a:xfrm>
          <a:custGeom>
            <a:avLst/>
            <a:gdLst/>
            <a:ahLst/>
            <a:cxnLst/>
            <a:rect r="r" b="b" t="t" l="l"/>
            <a:pathLst>
              <a:path h="526728" w="526728">
                <a:moveTo>
                  <a:pt x="0" y="0"/>
                </a:moveTo>
                <a:lnTo>
                  <a:pt x="526728" y="0"/>
                </a:lnTo>
                <a:lnTo>
                  <a:pt x="526728" y="526728"/>
                </a:lnTo>
                <a:lnTo>
                  <a:pt x="0" y="5267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7918617"/>
            <a:ext cx="7338113" cy="1339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5"/>
              </a:lnSpc>
            </a:pPr>
            <a:r>
              <a:rPr lang="en-US" b="true" sz="9995" spc="-619">
                <a:solidFill>
                  <a:srgbClr val="292929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Summary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29922" y="2669327"/>
            <a:ext cx="3192268" cy="32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2420" spc="-15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Ke</a:t>
            </a:r>
            <a:r>
              <a:rPr lang="en-US" sz="2420" spc="-15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y Dates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29922" y="4794717"/>
            <a:ext cx="3192268" cy="32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2420" spc="-15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Objectiv</a:t>
            </a:r>
            <a:r>
              <a:rPr lang="en-US" sz="2420" spc="-15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29922" y="6920107"/>
            <a:ext cx="3192268" cy="32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2420" spc="-15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Current Tr</a:t>
            </a:r>
            <a:r>
              <a:rPr lang="en-US" sz="2420" spc="-15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ends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29922" y="3305089"/>
            <a:ext cx="3910707" cy="1042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16"/>
              </a:lnSpc>
            </a:pPr>
            <a:r>
              <a:rPr lang="en-US" sz="1613" spc="-100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Lorem ipsum dolor sit amet, c</a:t>
            </a:r>
            <a:r>
              <a:rPr lang="en-US" sz="1613" spc="-100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onsectetur adipiscing elit. Suspendisse sed purus hendrerit, consequat eros at, faucibus leo. Duis ornare tempus lacus id porta.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29922" y="5430478"/>
            <a:ext cx="3910707" cy="1042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16"/>
              </a:lnSpc>
            </a:pPr>
            <a:r>
              <a:rPr lang="en-US" sz="1613" spc="-100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Lorem ipsum dolor sit amet, c</a:t>
            </a:r>
            <a:r>
              <a:rPr lang="en-US" sz="1613" spc="-100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onsectetur adipiscing elit. Suspendisse sed purus hendrerit, consequat eros at, faucibus leo. Duis ornare tempus lacus id porta.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29922" y="7555868"/>
            <a:ext cx="3910707" cy="1042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16"/>
              </a:lnSpc>
            </a:pPr>
            <a:r>
              <a:rPr lang="en-US" sz="1613" spc="-100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Lorem ipsum dolor sit amet, c</a:t>
            </a:r>
            <a:r>
              <a:rPr lang="en-US" sz="1613" spc="-100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onsectetur adipiscing elit. Suspendisse sed purus hendrerit, consequat eros at, faucibus leo. Duis ornare tempus lacus id porta.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291197" y="8944824"/>
            <a:ext cx="296810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August 2030</a:t>
            </a:r>
          </a:p>
        </p:txBody>
      </p:sp>
      <p:sp>
        <p:nvSpPr>
          <p:cNvPr name="Freeform 16" id="16"/>
          <p:cNvSpPr/>
          <p:nvPr/>
        </p:nvSpPr>
        <p:spPr>
          <a:xfrm flipH="false" flipV="true" rot="0">
            <a:off x="1028700" y="2815169"/>
            <a:ext cx="3286380" cy="3286380"/>
          </a:xfrm>
          <a:custGeom>
            <a:avLst/>
            <a:gdLst/>
            <a:ahLst/>
            <a:cxnLst/>
            <a:rect r="r" b="b" t="t" l="l"/>
            <a:pathLst>
              <a:path h="3286380" w="3286380">
                <a:moveTo>
                  <a:pt x="0" y="3286381"/>
                </a:moveTo>
                <a:lnTo>
                  <a:pt x="3286380" y="3286381"/>
                </a:lnTo>
                <a:lnTo>
                  <a:pt x="3286380" y="0"/>
                </a:lnTo>
                <a:lnTo>
                  <a:pt x="0" y="0"/>
                </a:lnTo>
                <a:lnTo>
                  <a:pt x="0" y="328638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1727211"/>
            <a:ext cx="16230600" cy="0"/>
          </a:xfrm>
          <a:prstGeom prst="line">
            <a:avLst/>
          </a:prstGeom>
          <a:ln cap="flat" w="9525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1057275"/>
            <a:ext cx="296810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Thynk Unlimited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91197" y="1057275"/>
            <a:ext cx="296810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Monthly Client Report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179128" y="2424723"/>
            <a:ext cx="11929745" cy="1339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5"/>
              </a:lnSpc>
            </a:pPr>
            <a:r>
              <a:rPr lang="en-US" b="true" sz="9995" spc="-619">
                <a:solidFill>
                  <a:srgbClr val="292929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Reco</a:t>
            </a:r>
            <a:r>
              <a:rPr lang="en-US" b="true" sz="9995" spc="-619">
                <a:solidFill>
                  <a:srgbClr val="292929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mmendations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893936" y="4278757"/>
            <a:ext cx="526728" cy="526728"/>
          </a:xfrm>
          <a:custGeom>
            <a:avLst/>
            <a:gdLst/>
            <a:ahLst/>
            <a:cxnLst/>
            <a:rect r="r" b="b" t="t" l="l"/>
            <a:pathLst>
              <a:path h="526728" w="526728">
                <a:moveTo>
                  <a:pt x="0" y="0"/>
                </a:moveTo>
                <a:lnTo>
                  <a:pt x="526728" y="0"/>
                </a:lnTo>
                <a:lnTo>
                  <a:pt x="526728" y="526728"/>
                </a:lnTo>
                <a:lnTo>
                  <a:pt x="0" y="5267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46537" y="4278757"/>
            <a:ext cx="526728" cy="526728"/>
          </a:xfrm>
          <a:custGeom>
            <a:avLst/>
            <a:gdLst/>
            <a:ahLst/>
            <a:cxnLst/>
            <a:rect r="r" b="b" t="t" l="l"/>
            <a:pathLst>
              <a:path h="526728" w="526728">
                <a:moveTo>
                  <a:pt x="0" y="0"/>
                </a:moveTo>
                <a:lnTo>
                  <a:pt x="526729" y="0"/>
                </a:lnTo>
                <a:lnTo>
                  <a:pt x="526729" y="526728"/>
                </a:lnTo>
                <a:lnTo>
                  <a:pt x="0" y="5267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46537" y="6404147"/>
            <a:ext cx="526728" cy="526728"/>
          </a:xfrm>
          <a:custGeom>
            <a:avLst/>
            <a:gdLst/>
            <a:ahLst/>
            <a:cxnLst/>
            <a:rect r="r" b="b" t="t" l="l"/>
            <a:pathLst>
              <a:path h="526728" w="526728">
                <a:moveTo>
                  <a:pt x="0" y="0"/>
                </a:moveTo>
                <a:lnTo>
                  <a:pt x="526729" y="0"/>
                </a:lnTo>
                <a:lnTo>
                  <a:pt x="526729" y="526728"/>
                </a:lnTo>
                <a:lnTo>
                  <a:pt x="0" y="5267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830755" y="4396279"/>
            <a:ext cx="3192268" cy="32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2420" spc="-15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Website</a:t>
            </a:r>
            <a:r>
              <a:rPr lang="en-US" sz="2420" spc="-15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 Updates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483357" y="4396279"/>
            <a:ext cx="3192268" cy="32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2420" spc="-15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Creativ</a:t>
            </a:r>
            <a:r>
              <a:rPr lang="en-US" sz="2420" spc="-15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e Direction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83357" y="6521668"/>
            <a:ext cx="3192268" cy="32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2420" spc="-15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Opportuniti</a:t>
            </a:r>
            <a:r>
              <a:rPr lang="en-US" sz="2420" spc="-15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30755" y="5032040"/>
            <a:ext cx="3910707" cy="1042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16"/>
              </a:lnSpc>
            </a:pPr>
            <a:r>
              <a:rPr lang="en-US" sz="1613" spc="-100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Lorem ipsum dolor sit amet, c</a:t>
            </a:r>
            <a:r>
              <a:rPr lang="en-US" sz="1613" spc="-100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onsectetur adipiscing elit. Suspendisse sed purus hendrerit, consequat eros at, faucibus leo. Duis ornare tempus lacus id porta.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483357" y="5032040"/>
            <a:ext cx="3910707" cy="1042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16"/>
              </a:lnSpc>
            </a:pPr>
            <a:r>
              <a:rPr lang="en-US" sz="1613" spc="-100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Lorem ipsum dolor sit amet, c</a:t>
            </a:r>
            <a:r>
              <a:rPr lang="en-US" sz="1613" spc="-100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onsectetur adipiscing elit. Suspendisse sed purus hendrerit, consequat eros at, faucibus leo. Duis ornare tempus lacus id porta.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483357" y="7157430"/>
            <a:ext cx="3910707" cy="1042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16"/>
              </a:lnSpc>
            </a:pPr>
            <a:r>
              <a:rPr lang="en-US" sz="1613" spc="-100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Lorem ipsum dolor sit amet, c</a:t>
            </a:r>
            <a:r>
              <a:rPr lang="en-US" sz="1613" spc="-100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onsectetur adipiscing elit. Suspendisse sed purus hendrerit, consequat eros at, faucibus leo. Duis ornare tempus lacus id porta.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893936" y="6665358"/>
            <a:ext cx="1499219" cy="1499219"/>
          </a:xfrm>
          <a:custGeom>
            <a:avLst/>
            <a:gdLst/>
            <a:ahLst/>
            <a:cxnLst/>
            <a:rect r="r" b="b" t="t" l="l"/>
            <a:pathLst>
              <a:path h="1499219" w="1499219">
                <a:moveTo>
                  <a:pt x="0" y="0"/>
                </a:moveTo>
                <a:lnTo>
                  <a:pt x="1499218" y="0"/>
                </a:lnTo>
                <a:lnTo>
                  <a:pt x="1499218" y="1499219"/>
                </a:lnTo>
                <a:lnTo>
                  <a:pt x="0" y="14992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 flipV="true">
            <a:off x="3996803" y="9239250"/>
            <a:ext cx="13262497" cy="0"/>
          </a:xfrm>
          <a:prstGeom prst="line">
            <a:avLst/>
          </a:prstGeom>
          <a:ln cap="flat" w="9525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028700" y="8984615"/>
            <a:ext cx="296810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August 2030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1727211"/>
            <a:ext cx="16230600" cy="0"/>
          </a:xfrm>
          <a:prstGeom prst="line">
            <a:avLst/>
          </a:prstGeom>
          <a:ln cap="flat" w="9525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1057275"/>
            <a:ext cx="296810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Thynk Unlimited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91197" y="1057275"/>
            <a:ext cx="296810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Monthly Client Report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3996803" y="9239250"/>
            <a:ext cx="13262497" cy="0"/>
          </a:xfrm>
          <a:prstGeom prst="line">
            <a:avLst/>
          </a:prstGeom>
          <a:ln cap="flat" w="9525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8984615"/>
            <a:ext cx="296810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2000" spc="-124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August 2030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16104" y="3141759"/>
            <a:ext cx="10243196" cy="1591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36"/>
              </a:lnSpc>
            </a:pPr>
            <a:r>
              <a:rPr lang="en-US" b="true" sz="11907" spc="-738">
                <a:solidFill>
                  <a:srgbClr val="292929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Th</a:t>
            </a:r>
            <a:r>
              <a:rPr lang="en-US" b="true" sz="11907" spc="-738">
                <a:solidFill>
                  <a:srgbClr val="292929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ank You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4966713"/>
            <a:ext cx="8115300" cy="292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75"/>
              </a:lnSpc>
            </a:pPr>
            <a:r>
              <a:rPr lang="en-US" sz="1798" spc="-111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Please get in touch if you have</a:t>
            </a:r>
            <a:r>
              <a:rPr lang="en-US" sz="1798" spc="-111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 any questions or concerns about this report.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28700" y="7126335"/>
            <a:ext cx="394287" cy="394287"/>
          </a:xfrm>
          <a:custGeom>
            <a:avLst/>
            <a:gdLst/>
            <a:ahLst/>
            <a:cxnLst/>
            <a:rect r="r" b="b" t="t" l="l"/>
            <a:pathLst>
              <a:path h="394287" w="394287">
                <a:moveTo>
                  <a:pt x="0" y="0"/>
                </a:moveTo>
                <a:lnTo>
                  <a:pt x="394287" y="0"/>
                </a:lnTo>
                <a:lnTo>
                  <a:pt x="394287" y="394287"/>
                </a:lnTo>
                <a:lnTo>
                  <a:pt x="0" y="394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086350" y="7126335"/>
            <a:ext cx="394287" cy="394287"/>
          </a:xfrm>
          <a:custGeom>
            <a:avLst/>
            <a:gdLst/>
            <a:ahLst/>
            <a:cxnLst/>
            <a:rect r="r" b="b" t="t" l="l"/>
            <a:pathLst>
              <a:path h="394287" w="394287">
                <a:moveTo>
                  <a:pt x="0" y="0"/>
                </a:moveTo>
                <a:lnTo>
                  <a:pt x="394287" y="0"/>
                </a:lnTo>
                <a:lnTo>
                  <a:pt x="394287" y="394287"/>
                </a:lnTo>
                <a:lnTo>
                  <a:pt x="0" y="394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24415" y="7265656"/>
            <a:ext cx="3461935" cy="28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5"/>
              </a:lnSpc>
            </a:pPr>
            <a:r>
              <a:rPr lang="en-US" sz="2292" spc="-142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Ph</a:t>
            </a:r>
            <a:r>
              <a:rPr lang="en-US" sz="2292" spc="-142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one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82065" y="7265656"/>
            <a:ext cx="3461935" cy="28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5"/>
              </a:lnSpc>
            </a:pPr>
            <a:r>
              <a:rPr lang="en-US" sz="2292" spc="-142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r>
              <a:rPr lang="en-US" sz="2292" spc="-142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ebsite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4415" y="7785875"/>
            <a:ext cx="3461935" cy="28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5"/>
              </a:lnSpc>
            </a:pPr>
            <a:r>
              <a:rPr lang="en-US" sz="2292" spc="-142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+123-456-7890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82065" y="7785875"/>
            <a:ext cx="3461935" cy="28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5"/>
              </a:lnSpc>
            </a:pPr>
            <a:r>
              <a:rPr lang="en-US" sz="2292" spc="-142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www.real</a:t>
            </a:r>
            <a:r>
              <a:rPr lang="en-US" sz="2292" spc="-142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lygreatsite.com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144000" y="7126335"/>
            <a:ext cx="394287" cy="394287"/>
          </a:xfrm>
          <a:custGeom>
            <a:avLst/>
            <a:gdLst/>
            <a:ahLst/>
            <a:cxnLst/>
            <a:rect r="r" b="b" t="t" l="l"/>
            <a:pathLst>
              <a:path h="394287" w="394287">
                <a:moveTo>
                  <a:pt x="0" y="0"/>
                </a:moveTo>
                <a:lnTo>
                  <a:pt x="394287" y="0"/>
                </a:lnTo>
                <a:lnTo>
                  <a:pt x="394287" y="394287"/>
                </a:lnTo>
                <a:lnTo>
                  <a:pt x="0" y="394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739715" y="7265656"/>
            <a:ext cx="3461935" cy="28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5"/>
              </a:lnSpc>
            </a:pPr>
            <a:r>
              <a:rPr lang="en-US" sz="2292" spc="-142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Emai</a:t>
            </a:r>
            <a:r>
              <a:rPr lang="en-US" sz="2292" spc="-142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39715" y="7785875"/>
            <a:ext cx="3461935" cy="28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5"/>
              </a:lnSpc>
            </a:pPr>
            <a:r>
              <a:rPr lang="en-US" sz="2292" spc="-142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hell</a:t>
            </a:r>
            <a:r>
              <a:rPr lang="en-US" sz="2292" spc="-142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o@reallygreatsite.com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3201650" y="7126335"/>
            <a:ext cx="394287" cy="394287"/>
          </a:xfrm>
          <a:custGeom>
            <a:avLst/>
            <a:gdLst/>
            <a:ahLst/>
            <a:cxnLst/>
            <a:rect r="r" b="b" t="t" l="l"/>
            <a:pathLst>
              <a:path h="394287" w="394287">
                <a:moveTo>
                  <a:pt x="0" y="0"/>
                </a:moveTo>
                <a:lnTo>
                  <a:pt x="394287" y="0"/>
                </a:lnTo>
                <a:lnTo>
                  <a:pt x="394287" y="394287"/>
                </a:lnTo>
                <a:lnTo>
                  <a:pt x="0" y="394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797365" y="7265656"/>
            <a:ext cx="3461935" cy="28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5"/>
              </a:lnSpc>
            </a:pPr>
            <a:r>
              <a:rPr lang="en-US" sz="2292" spc="-142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292" spc="-142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ocial Media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97365" y="7785875"/>
            <a:ext cx="3461935" cy="28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5"/>
              </a:lnSpc>
            </a:pPr>
            <a:r>
              <a:rPr lang="en-US" sz="2292" spc="-142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@real</a:t>
            </a:r>
            <a:r>
              <a:rPr lang="en-US" sz="2292" spc="-142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lygreatsite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-28628" y="2219164"/>
            <a:ext cx="7003784" cy="3743841"/>
          </a:xfrm>
          <a:custGeom>
            <a:avLst/>
            <a:gdLst/>
            <a:ahLst/>
            <a:cxnLst/>
            <a:rect r="r" b="b" t="t" l="l"/>
            <a:pathLst>
              <a:path h="3743841" w="7003784">
                <a:moveTo>
                  <a:pt x="0" y="0"/>
                </a:moveTo>
                <a:lnTo>
                  <a:pt x="7003784" y="0"/>
                </a:lnTo>
                <a:lnTo>
                  <a:pt x="7003784" y="3743841"/>
                </a:lnTo>
                <a:lnTo>
                  <a:pt x="0" y="37438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DAHElwRn7bo</dc:identifier>
  <dcterms:modified xsi:type="dcterms:W3CDTF">2011-08-01T06:04:30Z</dcterms:modified>
  <cp:revision>1</cp:revision>
  <dc:title>Monochrome Minimalist Social Media Marketing Report Presentation</dc:title>
</cp:coreProperties>
</file>
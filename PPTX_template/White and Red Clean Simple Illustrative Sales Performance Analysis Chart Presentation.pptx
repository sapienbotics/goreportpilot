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Poppins Bold" charset="1" panose="00000800000000000000"/>
      <p:regular r:id="rId19"/>
    </p:embeddedFont>
    <p:embeddedFont>
      <p:font typeface="Poppins"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9.jpe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7F7"/>
        </a:solidFill>
      </p:bgPr>
    </p:bg>
    <p:spTree>
      <p:nvGrpSpPr>
        <p:cNvPr id="1" name=""/>
        <p:cNvGrpSpPr/>
        <p:nvPr/>
      </p:nvGrpSpPr>
      <p:grpSpPr>
        <a:xfrm>
          <a:off x="0" y="0"/>
          <a:ext cx="0" cy="0"/>
          <a:chOff x="0" y="0"/>
          <a:chExt cx="0" cy="0"/>
        </a:xfrm>
      </p:grpSpPr>
      <p:sp>
        <p:nvSpPr>
          <p:cNvPr name="Freeform 2" id="2"/>
          <p:cNvSpPr/>
          <p:nvPr/>
        </p:nvSpPr>
        <p:spPr>
          <a:xfrm flipH="false" flipV="false" rot="0">
            <a:off x="10485968" y="1347181"/>
            <a:ext cx="5745412" cy="7592637"/>
          </a:xfrm>
          <a:custGeom>
            <a:avLst/>
            <a:gdLst/>
            <a:ahLst/>
            <a:cxnLst/>
            <a:rect r="r" b="b" t="t" l="l"/>
            <a:pathLst>
              <a:path h="7592637" w="5745412">
                <a:moveTo>
                  <a:pt x="0" y="0"/>
                </a:moveTo>
                <a:lnTo>
                  <a:pt x="5745413" y="0"/>
                </a:lnTo>
                <a:lnTo>
                  <a:pt x="5745413" y="7592638"/>
                </a:lnTo>
                <a:lnTo>
                  <a:pt x="0" y="7592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122822" y="1347181"/>
            <a:ext cx="1139893" cy="990671"/>
          </a:xfrm>
          <a:custGeom>
            <a:avLst/>
            <a:gdLst/>
            <a:ahLst/>
            <a:cxnLst/>
            <a:rect r="r" b="b" t="t" l="l"/>
            <a:pathLst>
              <a:path h="990671" w="1139893">
                <a:moveTo>
                  <a:pt x="0" y="0"/>
                </a:moveTo>
                <a:lnTo>
                  <a:pt x="1139893" y="0"/>
                </a:lnTo>
                <a:lnTo>
                  <a:pt x="1139893" y="990671"/>
                </a:lnTo>
                <a:lnTo>
                  <a:pt x="0" y="9906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798719" y="-287305"/>
            <a:ext cx="2978563" cy="1634486"/>
          </a:xfrm>
          <a:custGeom>
            <a:avLst/>
            <a:gdLst/>
            <a:ahLst/>
            <a:cxnLst/>
            <a:rect r="r" b="b" t="t" l="l"/>
            <a:pathLst>
              <a:path h="1634486" w="2978563">
                <a:moveTo>
                  <a:pt x="0" y="0"/>
                </a:moveTo>
                <a:lnTo>
                  <a:pt x="2978562" y="0"/>
                </a:lnTo>
                <a:lnTo>
                  <a:pt x="2978562" y="1634486"/>
                </a:lnTo>
                <a:lnTo>
                  <a:pt x="0" y="16344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2226205" y="-166620"/>
            <a:ext cx="3086100" cy="10620241"/>
            <a:chOff x="0" y="0"/>
            <a:chExt cx="812800" cy="2797100"/>
          </a:xfrm>
        </p:grpSpPr>
        <p:sp>
          <p:nvSpPr>
            <p:cNvPr name="Freeform 6" id="6"/>
            <p:cNvSpPr/>
            <p:nvPr/>
          </p:nvSpPr>
          <p:spPr>
            <a:xfrm flipH="false" flipV="false" rot="0">
              <a:off x="0" y="0"/>
              <a:ext cx="812800" cy="2797101"/>
            </a:xfrm>
            <a:custGeom>
              <a:avLst/>
              <a:gdLst/>
              <a:ahLst/>
              <a:cxnLst/>
              <a:rect r="r" b="b" t="t" l="l"/>
              <a:pathLst>
                <a:path h="2797101" w="812800">
                  <a:moveTo>
                    <a:pt x="0" y="0"/>
                  </a:moveTo>
                  <a:lnTo>
                    <a:pt x="812800" y="0"/>
                  </a:lnTo>
                  <a:lnTo>
                    <a:pt x="812800" y="2797101"/>
                  </a:lnTo>
                  <a:lnTo>
                    <a:pt x="0" y="2797101"/>
                  </a:lnTo>
                  <a:close/>
                </a:path>
              </a:pathLst>
            </a:custGeom>
            <a:solidFill>
              <a:srgbClr val="FC0328"/>
            </a:solidFill>
          </p:spPr>
        </p:sp>
        <p:sp>
          <p:nvSpPr>
            <p:cNvPr name="TextBox 7" id="7"/>
            <p:cNvSpPr txBox="true"/>
            <p:nvPr/>
          </p:nvSpPr>
          <p:spPr>
            <a:xfrm>
              <a:off x="0" y="9525"/>
              <a:ext cx="812800" cy="2787575"/>
            </a:xfrm>
            <a:prstGeom prst="rect">
              <a:avLst/>
            </a:prstGeom>
          </p:spPr>
          <p:txBody>
            <a:bodyPr anchor="ctr" rtlCol="false" tIns="50800" lIns="50800" bIns="50800" rIns="50800"/>
            <a:lstStyle/>
            <a:p>
              <a:pPr algn="ctr">
                <a:lnSpc>
                  <a:spcPts val="2624"/>
                </a:lnSpc>
              </a:pPr>
            </a:p>
          </p:txBody>
        </p:sp>
      </p:grpSp>
      <p:sp>
        <p:nvSpPr>
          <p:cNvPr name="TextBox 8" id="8"/>
          <p:cNvSpPr txBox="true"/>
          <p:nvPr/>
        </p:nvSpPr>
        <p:spPr>
          <a:xfrm rot="0">
            <a:off x="2122822" y="3678923"/>
            <a:ext cx="7843059" cy="3370812"/>
          </a:xfrm>
          <a:prstGeom prst="rect">
            <a:avLst/>
          </a:prstGeom>
        </p:spPr>
        <p:txBody>
          <a:bodyPr anchor="t" rtlCol="false" tIns="0" lIns="0" bIns="0" rIns="0">
            <a:spAutoFit/>
          </a:bodyPr>
          <a:lstStyle/>
          <a:p>
            <a:pPr algn="l">
              <a:lnSpc>
                <a:spcPts val="8631"/>
              </a:lnSpc>
            </a:pPr>
            <a:r>
              <a:rPr lang="en-US" sz="8299" b="true">
                <a:solidFill>
                  <a:srgbClr val="FC0328"/>
                </a:solidFill>
                <a:latin typeface="Poppins Bold"/>
                <a:ea typeface="Poppins Bold"/>
                <a:cs typeface="Poppins Bold"/>
                <a:sym typeface="Poppins Bold"/>
              </a:rPr>
              <a:t>Sales Performance Analysis</a:t>
            </a:r>
          </a:p>
        </p:txBody>
      </p:sp>
      <p:sp>
        <p:nvSpPr>
          <p:cNvPr name="TextBox 9" id="9"/>
          <p:cNvSpPr txBox="true"/>
          <p:nvPr/>
        </p:nvSpPr>
        <p:spPr>
          <a:xfrm rot="0">
            <a:off x="3599906" y="1533290"/>
            <a:ext cx="2485842" cy="707985"/>
          </a:xfrm>
          <a:prstGeom prst="rect">
            <a:avLst/>
          </a:prstGeom>
        </p:spPr>
        <p:txBody>
          <a:bodyPr anchor="t" rtlCol="false" tIns="0" lIns="0" bIns="0" rIns="0">
            <a:spAutoFit/>
          </a:bodyPr>
          <a:lstStyle/>
          <a:p>
            <a:pPr algn="l">
              <a:lnSpc>
                <a:spcPts val="2624"/>
              </a:lnSpc>
            </a:pPr>
            <a:r>
              <a:rPr lang="en-US" sz="2523">
                <a:solidFill>
                  <a:srgbClr val="FC0328"/>
                </a:solidFill>
                <a:latin typeface="Poppins"/>
                <a:ea typeface="Poppins"/>
                <a:cs typeface="Poppins"/>
                <a:sym typeface="Poppins"/>
              </a:rPr>
              <a:t>Thynk Unlimited</a:t>
            </a:r>
          </a:p>
        </p:txBody>
      </p:sp>
      <p:sp>
        <p:nvSpPr>
          <p:cNvPr name="TextBox 10" id="10"/>
          <p:cNvSpPr txBox="true"/>
          <p:nvPr/>
        </p:nvSpPr>
        <p:spPr>
          <a:xfrm rot="0">
            <a:off x="2122822" y="8757144"/>
            <a:ext cx="5756156" cy="374874"/>
          </a:xfrm>
          <a:prstGeom prst="rect">
            <a:avLst/>
          </a:prstGeom>
        </p:spPr>
        <p:txBody>
          <a:bodyPr anchor="t" rtlCol="false" tIns="0" lIns="0" bIns="0" rIns="0">
            <a:spAutoFit/>
          </a:bodyPr>
          <a:lstStyle/>
          <a:p>
            <a:pPr algn="l">
              <a:lnSpc>
                <a:spcPts val="2624"/>
              </a:lnSpc>
            </a:pPr>
            <a:r>
              <a:rPr lang="en-US" sz="2523">
                <a:solidFill>
                  <a:srgbClr val="000000"/>
                </a:solidFill>
                <a:latin typeface="Poppins"/>
                <a:ea typeface="Poppins"/>
                <a:cs typeface="Poppins"/>
                <a:sym typeface="Poppins"/>
              </a:rPr>
              <a:t>www.reallygreatsite.com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7F7"/>
        </a:solidFill>
      </p:bgPr>
    </p:bg>
    <p:spTree>
      <p:nvGrpSpPr>
        <p:cNvPr id="1" name=""/>
        <p:cNvGrpSpPr/>
        <p:nvPr/>
      </p:nvGrpSpPr>
      <p:grpSpPr>
        <a:xfrm>
          <a:off x="0" y="0"/>
          <a:ext cx="0" cy="0"/>
          <a:chOff x="0" y="0"/>
          <a:chExt cx="0" cy="0"/>
        </a:xfrm>
      </p:grpSpPr>
      <p:sp>
        <p:nvSpPr>
          <p:cNvPr name="Freeform 2" id="2"/>
          <p:cNvSpPr/>
          <p:nvPr/>
        </p:nvSpPr>
        <p:spPr>
          <a:xfrm flipH="false" flipV="false" rot="0">
            <a:off x="2122822" y="2912225"/>
            <a:ext cx="7509069" cy="4901374"/>
          </a:xfrm>
          <a:custGeom>
            <a:avLst/>
            <a:gdLst/>
            <a:ahLst/>
            <a:cxnLst/>
            <a:rect r="r" b="b" t="t" l="l"/>
            <a:pathLst>
              <a:path h="4901374" w="7509069">
                <a:moveTo>
                  <a:pt x="0" y="0"/>
                </a:moveTo>
                <a:lnTo>
                  <a:pt x="7509069" y="0"/>
                </a:lnTo>
                <a:lnTo>
                  <a:pt x="7509069" y="4901375"/>
                </a:lnTo>
                <a:lnTo>
                  <a:pt x="0" y="4901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714017" y="1861567"/>
            <a:ext cx="5095721" cy="1502264"/>
          </a:xfrm>
          <a:prstGeom prst="rect">
            <a:avLst/>
          </a:prstGeom>
        </p:spPr>
        <p:txBody>
          <a:bodyPr anchor="t" rtlCol="false" tIns="0" lIns="0" bIns="0" rIns="0">
            <a:spAutoFit/>
          </a:bodyPr>
          <a:lstStyle/>
          <a:p>
            <a:pPr algn="l">
              <a:lnSpc>
                <a:spcPts val="5608"/>
              </a:lnSpc>
            </a:pPr>
            <a:r>
              <a:rPr lang="en-US" sz="5392" b="true">
                <a:solidFill>
                  <a:srgbClr val="FC0328"/>
                </a:solidFill>
                <a:latin typeface="Poppins Bold"/>
                <a:ea typeface="Poppins Bold"/>
                <a:cs typeface="Poppins Bold"/>
                <a:sym typeface="Poppins Bold"/>
              </a:rPr>
              <a:t>Customer Segmentation</a:t>
            </a:r>
          </a:p>
        </p:txBody>
      </p:sp>
      <p:sp>
        <p:nvSpPr>
          <p:cNvPr name="Freeform 4" id="4"/>
          <p:cNvSpPr/>
          <p:nvPr/>
        </p:nvSpPr>
        <p:spPr>
          <a:xfrm flipH="false" flipV="false" rot="0">
            <a:off x="2122822" y="1347181"/>
            <a:ext cx="1139893" cy="990671"/>
          </a:xfrm>
          <a:custGeom>
            <a:avLst/>
            <a:gdLst/>
            <a:ahLst/>
            <a:cxnLst/>
            <a:rect r="r" b="b" t="t" l="l"/>
            <a:pathLst>
              <a:path h="990671" w="1139893">
                <a:moveTo>
                  <a:pt x="0" y="0"/>
                </a:moveTo>
                <a:lnTo>
                  <a:pt x="1139893" y="0"/>
                </a:lnTo>
                <a:lnTo>
                  <a:pt x="1139893" y="990671"/>
                </a:lnTo>
                <a:lnTo>
                  <a:pt x="0" y="9906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599906" y="1533290"/>
            <a:ext cx="2485842" cy="707985"/>
          </a:xfrm>
          <a:prstGeom prst="rect">
            <a:avLst/>
          </a:prstGeom>
        </p:spPr>
        <p:txBody>
          <a:bodyPr anchor="t" rtlCol="false" tIns="0" lIns="0" bIns="0" rIns="0">
            <a:spAutoFit/>
          </a:bodyPr>
          <a:lstStyle/>
          <a:p>
            <a:pPr algn="l">
              <a:lnSpc>
                <a:spcPts val="2624"/>
              </a:lnSpc>
            </a:pPr>
            <a:r>
              <a:rPr lang="en-US" sz="2523">
                <a:solidFill>
                  <a:srgbClr val="FC0328"/>
                </a:solidFill>
                <a:latin typeface="Poppins"/>
                <a:ea typeface="Poppins"/>
                <a:cs typeface="Poppins"/>
                <a:sym typeface="Poppins"/>
              </a:rPr>
              <a:t>Thynk Unlimited</a:t>
            </a:r>
          </a:p>
        </p:txBody>
      </p:sp>
      <p:sp>
        <p:nvSpPr>
          <p:cNvPr name="TextBox 6" id="6"/>
          <p:cNvSpPr txBox="true"/>
          <p:nvPr/>
        </p:nvSpPr>
        <p:spPr>
          <a:xfrm rot="0">
            <a:off x="2122822" y="8757144"/>
            <a:ext cx="5756156" cy="374874"/>
          </a:xfrm>
          <a:prstGeom prst="rect">
            <a:avLst/>
          </a:prstGeom>
        </p:spPr>
        <p:txBody>
          <a:bodyPr anchor="t" rtlCol="false" tIns="0" lIns="0" bIns="0" rIns="0">
            <a:spAutoFit/>
          </a:bodyPr>
          <a:lstStyle/>
          <a:p>
            <a:pPr algn="l">
              <a:lnSpc>
                <a:spcPts val="2624"/>
              </a:lnSpc>
            </a:pPr>
            <a:r>
              <a:rPr lang="en-US" sz="2523">
                <a:solidFill>
                  <a:srgbClr val="FC0328"/>
                </a:solidFill>
                <a:latin typeface="Poppins"/>
                <a:ea typeface="Poppins"/>
                <a:cs typeface="Poppins"/>
                <a:sym typeface="Poppins"/>
              </a:rPr>
              <a:t>www.reallygreatsite.com</a:t>
            </a:r>
          </a:p>
        </p:txBody>
      </p:sp>
      <p:sp>
        <p:nvSpPr>
          <p:cNvPr name="TextBox 7" id="7"/>
          <p:cNvSpPr txBox="true"/>
          <p:nvPr/>
        </p:nvSpPr>
        <p:spPr>
          <a:xfrm rot="0">
            <a:off x="10714017" y="4399979"/>
            <a:ext cx="6127155" cy="1572057"/>
          </a:xfrm>
          <a:prstGeom prst="rect">
            <a:avLst/>
          </a:prstGeom>
        </p:spPr>
        <p:txBody>
          <a:bodyPr anchor="t" rtlCol="false" tIns="0" lIns="0" bIns="0" rIns="0">
            <a:spAutoFit/>
          </a:bodyPr>
          <a:lstStyle/>
          <a:p>
            <a:pPr algn="just">
              <a:lnSpc>
                <a:spcPts val="2055"/>
              </a:lnSpc>
            </a:pPr>
            <a:r>
              <a:rPr lang="en-US" sz="1903" spc="102">
                <a:solidFill>
                  <a:srgbClr val="000000"/>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8" id="8"/>
          <p:cNvSpPr txBox="true"/>
          <p:nvPr/>
        </p:nvSpPr>
        <p:spPr>
          <a:xfrm rot="0">
            <a:off x="10714017" y="3871224"/>
            <a:ext cx="2374762" cy="370497"/>
          </a:xfrm>
          <a:prstGeom prst="rect">
            <a:avLst/>
          </a:prstGeom>
        </p:spPr>
        <p:txBody>
          <a:bodyPr anchor="t" rtlCol="false" tIns="0" lIns="0" bIns="0" rIns="0">
            <a:spAutoFit/>
          </a:bodyPr>
          <a:lstStyle/>
          <a:p>
            <a:pPr algn="l">
              <a:lnSpc>
                <a:spcPts val="2613"/>
              </a:lnSpc>
            </a:pPr>
            <a:r>
              <a:rPr lang="en-US" sz="2513" b="true">
                <a:solidFill>
                  <a:srgbClr val="FC0328"/>
                </a:solidFill>
                <a:latin typeface="Poppins Bold"/>
                <a:ea typeface="Poppins Bold"/>
                <a:cs typeface="Poppins Bold"/>
                <a:sym typeface="Poppins Bold"/>
              </a:rPr>
              <a:t>Customer - 01</a:t>
            </a:r>
          </a:p>
        </p:txBody>
      </p:sp>
      <p:sp>
        <p:nvSpPr>
          <p:cNvPr name="TextBox 9" id="9"/>
          <p:cNvSpPr txBox="true"/>
          <p:nvPr/>
        </p:nvSpPr>
        <p:spPr>
          <a:xfrm rot="0">
            <a:off x="10714017" y="6837828"/>
            <a:ext cx="6127155" cy="1572057"/>
          </a:xfrm>
          <a:prstGeom prst="rect">
            <a:avLst/>
          </a:prstGeom>
        </p:spPr>
        <p:txBody>
          <a:bodyPr anchor="t" rtlCol="false" tIns="0" lIns="0" bIns="0" rIns="0">
            <a:spAutoFit/>
          </a:bodyPr>
          <a:lstStyle/>
          <a:p>
            <a:pPr algn="just">
              <a:lnSpc>
                <a:spcPts val="2055"/>
              </a:lnSpc>
            </a:pPr>
            <a:r>
              <a:rPr lang="en-US" sz="1903" spc="102">
                <a:solidFill>
                  <a:srgbClr val="000000"/>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0" id="10"/>
          <p:cNvSpPr txBox="true"/>
          <p:nvPr/>
        </p:nvSpPr>
        <p:spPr>
          <a:xfrm rot="0">
            <a:off x="10714017" y="6309072"/>
            <a:ext cx="2374762" cy="370497"/>
          </a:xfrm>
          <a:prstGeom prst="rect">
            <a:avLst/>
          </a:prstGeom>
        </p:spPr>
        <p:txBody>
          <a:bodyPr anchor="t" rtlCol="false" tIns="0" lIns="0" bIns="0" rIns="0">
            <a:spAutoFit/>
          </a:bodyPr>
          <a:lstStyle/>
          <a:p>
            <a:pPr algn="l">
              <a:lnSpc>
                <a:spcPts val="2613"/>
              </a:lnSpc>
            </a:pPr>
            <a:r>
              <a:rPr lang="en-US" sz="2513" b="true">
                <a:solidFill>
                  <a:srgbClr val="FC0328"/>
                </a:solidFill>
                <a:latin typeface="Poppins Bold"/>
                <a:ea typeface="Poppins Bold"/>
                <a:cs typeface="Poppins Bold"/>
                <a:sym typeface="Poppins Bold"/>
              </a:rPr>
              <a:t>Customer - 02</a:t>
            </a:r>
          </a:p>
        </p:txBody>
      </p:sp>
      <p:sp>
        <p:nvSpPr>
          <p:cNvPr name="Freeform 11" id="11"/>
          <p:cNvSpPr/>
          <p:nvPr/>
        </p:nvSpPr>
        <p:spPr>
          <a:xfrm flipH="false" flipV="false" rot="0">
            <a:off x="-690155" y="-440201"/>
            <a:ext cx="2978563" cy="1634486"/>
          </a:xfrm>
          <a:custGeom>
            <a:avLst/>
            <a:gdLst/>
            <a:ahLst/>
            <a:cxnLst/>
            <a:rect r="r" b="b" t="t" l="l"/>
            <a:pathLst>
              <a:path h="1634486" w="2978563">
                <a:moveTo>
                  <a:pt x="0" y="0"/>
                </a:moveTo>
                <a:lnTo>
                  <a:pt x="2978562" y="0"/>
                </a:lnTo>
                <a:lnTo>
                  <a:pt x="2978562" y="1634487"/>
                </a:lnTo>
                <a:lnTo>
                  <a:pt x="0" y="16344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997500" y="9627318"/>
            <a:ext cx="22894267" cy="10620241"/>
            <a:chOff x="0" y="0"/>
            <a:chExt cx="6029766" cy="2797100"/>
          </a:xfrm>
        </p:grpSpPr>
        <p:sp>
          <p:nvSpPr>
            <p:cNvPr name="Freeform 13" id="13"/>
            <p:cNvSpPr/>
            <p:nvPr/>
          </p:nvSpPr>
          <p:spPr>
            <a:xfrm flipH="false" flipV="false" rot="0">
              <a:off x="0" y="0"/>
              <a:ext cx="6029766" cy="2797101"/>
            </a:xfrm>
            <a:custGeom>
              <a:avLst/>
              <a:gdLst/>
              <a:ahLst/>
              <a:cxnLst/>
              <a:rect r="r" b="b" t="t" l="l"/>
              <a:pathLst>
                <a:path h="2797101" w="6029766">
                  <a:moveTo>
                    <a:pt x="0" y="0"/>
                  </a:moveTo>
                  <a:lnTo>
                    <a:pt x="6029766" y="0"/>
                  </a:lnTo>
                  <a:lnTo>
                    <a:pt x="6029766" y="2797101"/>
                  </a:lnTo>
                  <a:lnTo>
                    <a:pt x="0" y="2797101"/>
                  </a:lnTo>
                  <a:close/>
                </a:path>
              </a:pathLst>
            </a:custGeom>
            <a:solidFill>
              <a:srgbClr val="FC0328"/>
            </a:solidFill>
          </p:spPr>
        </p:sp>
        <p:sp>
          <p:nvSpPr>
            <p:cNvPr name="TextBox 14" id="14"/>
            <p:cNvSpPr txBox="true"/>
            <p:nvPr/>
          </p:nvSpPr>
          <p:spPr>
            <a:xfrm>
              <a:off x="0" y="9525"/>
              <a:ext cx="6029766" cy="2787575"/>
            </a:xfrm>
            <a:prstGeom prst="rect">
              <a:avLst/>
            </a:prstGeom>
          </p:spPr>
          <p:txBody>
            <a:bodyPr anchor="ctr" rtlCol="false" tIns="50800" lIns="50800" bIns="50800" rIns="50800"/>
            <a:lstStyle/>
            <a:p>
              <a:pPr algn="ctr">
                <a:lnSpc>
                  <a:spcPts val="2624"/>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7F7"/>
        </a:solidFill>
      </p:bgPr>
    </p:bg>
    <p:spTree>
      <p:nvGrpSpPr>
        <p:cNvPr id="1" name=""/>
        <p:cNvGrpSpPr/>
        <p:nvPr/>
      </p:nvGrpSpPr>
      <p:grpSpPr>
        <a:xfrm>
          <a:off x="0" y="0"/>
          <a:ext cx="0" cy="0"/>
          <a:chOff x="0" y="0"/>
          <a:chExt cx="0" cy="0"/>
        </a:xfrm>
      </p:grpSpPr>
      <p:sp>
        <p:nvSpPr>
          <p:cNvPr name="Freeform 2" id="2"/>
          <p:cNvSpPr/>
          <p:nvPr/>
        </p:nvSpPr>
        <p:spPr>
          <a:xfrm flipH="false" flipV="false" rot="0">
            <a:off x="2122822" y="1347181"/>
            <a:ext cx="1139893" cy="990671"/>
          </a:xfrm>
          <a:custGeom>
            <a:avLst/>
            <a:gdLst/>
            <a:ahLst/>
            <a:cxnLst/>
            <a:rect r="r" b="b" t="t" l="l"/>
            <a:pathLst>
              <a:path h="990671" w="1139893">
                <a:moveTo>
                  <a:pt x="0" y="0"/>
                </a:moveTo>
                <a:lnTo>
                  <a:pt x="1139893" y="0"/>
                </a:lnTo>
                <a:lnTo>
                  <a:pt x="1139893" y="990671"/>
                </a:lnTo>
                <a:lnTo>
                  <a:pt x="0" y="9906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48531" y="9469757"/>
            <a:ext cx="2978563" cy="1634486"/>
          </a:xfrm>
          <a:custGeom>
            <a:avLst/>
            <a:gdLst/>
            <a:ahLst/>
            <a:cxnLst/>
            <a:rect r="r" b="b" t="t" l="l"/>
            <a:pathLst>
              <a:path h="1634486" w="2978563">
                <a:moveTo>
                  <a:pt x="0" y="0"/>
                </a:moveTo>
                <a:lnTo>
                  <a:pt x="2978562" y="0"/>
                </a:lnTo>
                <a:lnTo>
                  <a:pt x="2978562" y="1634486"/>
                </a:lnTo>
                <a:lnTo>
                  <a:pt x="0" y="16344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7542194" y="-86345"/>
            <a:ext cx="22894267" cy="10620241"/>
            <a:chOff x="0" y="0"/>
            <a:chExt cx="6029766" cy="2797100"/>
          </a:xfrm>
        </p:grpSpPr>
        <p:sp>
          <p:nvSpPr>
            <p:cNvPr name="Freeform 5" id="5"/>
            <p:cNvSpPr/>
            <p:nvPr/>
          </p:nvSpPr>
          <p:spPr>
            <a:xfrm flipH="false" flipV="false" rot="0">
              <a:off x="0" y="0"/>
              <a:ext cx="6029766" cy="2797101"/>
            </a:xfrm>
            <a:custGeom>
              <a:avLst/>
              <a:gdLst/>
              <a:ahLst/>
              <a:cxnLst/>
              <a:rect r="r" b="b" t="t" l="l"/>
              <a:pathLst>
                <a:path h="2797101" w="6029766">
                  <a:moveTo>
                    <a:pt x="0" y="0"/>
                  </a:moveTo>
                  <a:lnTo>
                    <a:pt x="6029766" y="0"/>
                  </a:lnTo>
                  <a:lnTo>
                    <a:pt x="6029766" y="2797101"/>
                  </a:lnTo>
                  <a:lnTo>
                    <a:pt x="0" y="2797101"/>
                  </a:lnTo>
                  <a:close/>
                </a:path>
              </a:pathLst>
            </a:custGeom>
            <a:solidFill>
              <a:srgbClr val="FC0328"/>
            </a:solidFill>
          </p:spPr>
        </p:sp>
        <p:sp>
          <p:nvSpPr>
            <p:cNvPr name="TextBox 6" id="6"/>
            <p:cNvSpPr txBox="true"/>
            <p:nvPr/>
          </p:nvSpPr>
          <p:spPr>
            <a:xfrm>
              <a:off x="0" y="9525"/>
              <a:ext cx="6029766" cy="2787575"/>
            </a:xfrm>
            <a:prstGeom prst="rect">
              <a:avLst/>
            </a:prstGeom>
          </p:spPr>
          <p:txBody>
            <a:bodyPr anchor="ctr" rtlCol="false" tIns="50800" lIns="50800" bIns="50800" rIns="50800"/>
            <a:lstStyle/>
            <a:p>
              <a:pPr algn="ctr">
                <a:lnSpc>
                  <a:spcPts val="2624"/>
                </a:lnSpc>
              </a:pPr>
            </a:p>
          </p:txBody>
        </p:sp>
      </p:grpSp>
      <p:sp>
        <p:nvSpPr>
          <p:cNvPr name="Freeform 7" id="7"/>
          <p:cNvSpPr/>
          <p:nvPr/>
        </p:nvSpPr>
        <p:spPr>
          <a:xfrm flipH="false" flipV="false" rot="0">
            <a:off x="10068519" y="2591748"/>
            <a:ext cx="6155871" cy="6155871"/>
          </a:xfrm>
          <a:custGeom>
            <a:avLst/>
            <a:gdLst/>
            <a:ahLst/>
            <a:cxnLst/>
            <a:rect r="r" b="b" t="t" l="l"/>
            <a:pathLst>
              <a:path h="6155871" w="6155871">
                <a:moveTo>
                  <a:pt x="0" y="0"/>
                </a:moveTo>
                <a:lnTo>
                  <a:pt x="6155872" y="0"/>
                </a:lnTo>
                <a:lnTo>
                  <a:pt x="6155872" y="6155871"/>
                </a:lnTo>
                <a:lnTo>
                  <a:pt x="0" y="61558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599906" y="1533290"/>
            <a:ext cx="2485842" cy="707985"/>
          </a:xfrm>
          <a:prstGeom prst="rect">
            <a:avLst/>
          </a:prstGeom>
        </p:spPr>
        <p:txBody>
          <a:bodyPr anchor="t" rtlCol="false" tIns="0" lIns="0" bIns="0" rIns="0">
            <a:spAutoFit/>
          </a:bodyPr>
          <a:lstStyle/>
          <a:p>
            <a:pPr algn="l">
              <a:lnSpc>
                <a:spcPts val="2624"/>
              </a:lnSpc>
            </a:pPr>
            <a:r>
              <a:rPr lang="en-US" sz="2523">
                <a:solidFill>
                  <a:srgbClr val="FC0328"/>
                </a:solidFill>
                <a:latin typeface="Poppins"/>
                <a:ea typeface="Poppins"/>
                <a:cs typeface="Poppins"/>
                <a:sym typeface="Poppins"/>
              </a:rPr>
              <a:t>Thynk Unlimited</a:t>
            </a:r>
          </a:p>
        </p:txBody>
      </p:sp>
      <p:sp>
        <p:nvSpPr>
          <p:cNvPr name="TextBox 9" id="9"/>
          <p:cNvSpPr txBox="true"/>
          <p:nvPr/>
        </p:nvSpPr>
        <p:spPr>
          <a:xfrm rot="0">
            <a:off x="2122822" y="8757144"/>
            <a:ext cx="5756156" cy="365612"/>
          </a:xfrm>
          <a:prstGeom prst="rect">
            <a:avLst/>
          </a:prstGeom>
        </p:spPr>
        <p:txBody>
          <a:bodyPr anchor="t" rtlCol="false" tIns="0" lIns="0" bIns="0" rIns="0">
            <a:spAutoFit/>
          </a:bodyPr>
          <a:lstStyle/>
          <a:p>
            <a:pPr algn="just">
              <a:lnSpc>
                <a:spcPts val="2624"/>
              </a:lnSpc>
            </a:pPr>
            <a:r>
              <a:rPr lang="en-US" sz="2523">
                <a:solidFill>
                  <a:srgbClr val="0F0E0E"/>
                </a:solidFill>
                <a:latin typeface="Poppins"/>
                <a:ea typeface="Poppins"/>
                <a:cs typeface="Poppins"/>
                <a:sym typeface="Poppins"/>
              </a:rPr>
              <a:t>www.reallygreatsite.com</a:t>
            </a:r>
          </a:p>
        </p:txBody>
      </p:sp>
      <p:sp>
        <p:nvSpPr>
          <p:cNvPr name="TextBox 10" id="10"/>
          <p:cNvSpPr txBox="true"/>
          <p:nvPr/>
        </p:nvSpPr>
        <p:spPr>
          <a:xfrm rot="0">
            <a:off x="2001307" y="3060487"/>
            <a:ext cx="5095721" cy="1502264"/>
          </a:xfrm>
          <a:prstGeom prst="rect">
            <a:avLst/>
          </a:prstGeom>
        </p:spPr>
        <p:txBody>
          <a:bodyPr anchor="t" rtlCol="false" tIns="0" lIns="0" bIns="0" rIns="0">
            <a:spAutoFit/>
          </a:bodyPr>
          <a:lstStyle/>
          <a:p>
            <a:pPr algn="l">
              <a:lnSpc>
                <a:spcPts val="5608"/>
              </a:lnSpc>
            </a:pPr>
            <a:r>
              <a:rPr lang="en-US" sz="5392" b="true">
                <a:solidFill>
                  <a:srgbClr val="FC0328"/>
                </a:solidFill>
                <a:latin typeface="Poppins Bold"/>
                <a:ea typeface="Poppins Bold"/>
                <a:cs typeface="Poppins Bold"/>
                <a:sym typeface="Poppins Bold"/>
              </a:rPr>
              <a:t>Product Profitability</a:t>
            </a:r>
          </a:p>
        </p:txBody>
      </p:sp>
      <p:sp>
        <p:nvSpPr>
          <p:cNvPr name="TextBox 11" id="11"/>
          <p:cNvSpPr txBox="true"/>
          <p:nvPr/>
        </p:nvSpPr>
        <p:spPr>
          <a:xfrm rot="0">
            <a:off x="2001307" y="5382034"/>
            <a:ext cx="6127155" cy="1057707"/>
          </a:xfrm>
          <a:prstGeom prst="rect">
            <a:avLst/>
          </a:prstGeom>
        </p:spPr>
        <p:txBody>
          <a:bodyPr anchor="t" rtlCol="false" tIns="0" lIns="0" bIns="0" rIns="0">
            <a:spAutoFit/>
          </a:bodyPr>
          <a:lstStyle/>
          <a:p>
            <a:pPr algn="just">
              <a:lnSpc>
                <a:spcPts val="2055"/>
              </a:lnSpc>
            </a:pPr>
            <a:r>
              <a:rPr lang="en-US" sz="1903" spc="102">
                <a:solidFill>
                  <a:srgbClr val="0F0E0E"/>
                </a:solidFill>
                <a:latin typeface="Poppins"/>
                <a:ea typeface="Poppins"/>
                <a:cs typeface="Poppins"/>
                <a:sym typeface="Poppins"/>
              </a:rPr>
              <a:t>Lorem ipsum dolor sit amet, consectetur adipiscing elit, sed do eiusmod tempor incididunt ut labore et dolore magna aliqua. Ut enim ad minim</a:t>
            </a:r>
          </a:p>
        </p:txBody>
      </p:sp>
      <p:sp>
        <p:nvSpPr>
          <p:cNvPr name="TextBox 12" id="12"/>
          <p:cNvSpPr txBox="true"/>
          <p:nvPr/>
        </p:nvSpPr>
        <p:spPr>
          <a:xfrm rot="0">
            <a:off x="2001307" y="4853279"/>
            <a:ext cx="2374762" cy="370497"/>
          </a:xfrm>
          <a:prstGeom prst="rect">
            <a:avLst/>
          </a:prstGeom>
        </p:spPr>
        <p:txBody>
          <a:bodyPr anchor="t" rtlCol="false" tIns="0" lIns="0" bIns="0" rIns="0">
            <a:spAutoFit/>
          </a:bodyPr>
          <a:lstStyle/>
          <a:p>
            <a:pPr algn="l">
              <a:lnSpc>
                <a:spcPts val="2613"/>
              </a:lnSpc>
            </a:pPr>
            <a:r>
              <a:rPr lang="en-US" sz="2513" b="true">
                <a:solidFill>
                  <a:srgbClr val="FC0328"/>
                </a:solidFill>
                <a:latin typeface="Poppins Bold"/>
                <a:ea typeface="Poppins Bold"/>
                <a:cs typeface="Poppins Bold"/>
                <a:sym typeface="Poppins Bold"/>
              </a:rPr>
              <a:t>Product - 01</a:t>
            </a:r>
          </a:p>
        </p:txBody>
      </p:sp>
      <p:sp>
        <p:nvSpPr>
          <p:cNvPr name="TextBox 13" id="13"/>
          <p:cNvSpPr txBox="true"/>
          <p:nvPr/>
        </p:nvSpPr>
        <p:spPr>
          <a:xfrm rot="0">
            <a:off x="2001307" y="7259025"/>
            <a:ext cx="6127155" cy="1057707"/>
          </a:xfrm>
          <a:prstGeom prst="rect">
            <a:avLst/>
          </a:prstGeom>
        </p:spPr>
        <p:txBody>
          <a:bodyPr anchor="t" rtlCol="false" tIns="0" lIns="0" bIns="0" rIns="0">
            <a:spAutoFit/>
          </a:bodyPr>
          <a:lstStyle/>
          <a:p>
            <a:pPr algn="just">
              <a:lnSpc>
                <a:spcPts val="2055"/>
              </a:lnSpc>
            </a:pPr>
            <a:r>
              <a:rPr lang="en-US" sz="1903" spc="102">
                <a:solidFill>
                  <a:srgbClr val="0F0E0E"/>
                </a:solidFill>
                <a:latin typeface="Poppins"/>
                <a:ea typeface="Poppins"/>
                <a:cs typeface="Poppins"/>
                <a:sym typeface="Poppins"/>
              </a:rPr>
              <a:t>Lorem ipsum dolor sit amet, consectetur adipiscing elit, sed do eiusmod tempor incididunt ut labore et dolore magna aliqua. Ut enim ad minim</a:t>
            </a:r>
          </a:p>
        </p:txBody>
      </p:sp>
      <p:sp>
        <p:nvSpPr>
          <p:cNvPr name="TextBox 14" id="14"/>
          <p:cNvSpPr txBox="true"/>
          <p:nvPr/>
        </p:nvSpPr>
        <p:spPr>
          <a:xfrm rot="0">
            <a:off x="2001307" y="6730269"/>
            <a:ext cx="2374762" cy="370497"/>
          </a:xfrm>
          <a:prstGeom prst="rect">
            <a:avLst/>
          </a:prstGeom>
        </p:spPr>
        <p:txBody>
          <a:bodyPr anchor="t" rtlCol="false" tIns="0" lIns="0" bIns="0" rIns="0">
            <a:spAutoFit/>
          </a:bodyPr>
          <a:lstStyle/>
          <a:p>
            <a:pPr algn="l">
              <a:lnSpc>
                <a:spcPts val="2613"/>
              </a:lnSpc>
            </a:pPr>
            <a:r>
              <a:rPr lang="en-US" sz="2513" b="true">
                <a:solidFill>
                  <a:srgbClr val="FC0328"/>
                </a:solidFill>
                <a:latin typeface="Poppins Bold"/>
                <a:ea typeface="Poppins Bold"/>
                <a:cs typeface="Poppins Bold"/>
                <a:sym typeface="Poppins Bold"/>
              </a:rPr>
              <a:t>Product - 02</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7F7"/>
        </a:solidFill>
      </p:bgPr>
    </p:bg>
    <p:spTree>
      <p:nvGrpSpPr>
        <p:cNvPr id="1" name=""/>
        <p:cNvGrpSpPr/>
        <p:nvPr/>
      </p:nvGrpSpPr>
      <p:grpSpPr>
        <a:xfrm>
          <a:off x="0" y="0"/>
          <a:ext cx="0" cy="0"/>
          <a:chOff x="0" y="0"/>
          <a:chExt cx="0" cy="0"/>
        </a:xfrm>
      </p:grpSpPr>
      <p:sp>
        <p:nvSpPr>
          <p:cNvPr name="Freeform 2" id="2"/>
          <p:cNvSpPr/>
          <p:nvPr/>
        </p:nvSpPr>
        <p:spPr>
          <a:xfrm flipH="false" flipV="false" rot="0">
            <a:off x="2122822" y="1347181"/>
            <a:ext cx="1139893" cy="990671"/>
          </a:xfrm>
          <a:custGeom>
            <a:avLst/>
            <a:gdLst/>
            <a:ahLst/>
            <a:cxnLst/>
            <a:rect r="r" b="b" t="t" l="l"/>
            <a:pathLst>
              <a:path h="990671" w="1139893">
                <a:moveTo>
                  <a:pt x="0" y="0"/>
                </a:moveTo>
                <a:lnTo>
                  <a:pt x="1139893" y="0"/>
                </a:lnTo>
                <a:lnTo>
                  <a:pt x="1139893" y="990671"/>
                </a:lnTo>
                <a:lnTo>
                  <a:pt x="0" y="9906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753975" y="2077157"/>
            <a:ext cx="6426719" cy="6426719"/>
          </a:xfrm>
          <a:custGeom>
            <a:avLst/>
            <a:gdLst/>
            <a:ahLst/>
            <a:cxnLst/>
            <a:rect r="r" b="b" t="t" l="l"/>
            <a:pathLst>
              <a:path h="6426719" w="6426719">
                <a:moveTo>
                  <a:pt x="0" y="0"/>
                </a:moveTo>
                <a:lnTo>
                  <a:pt x="6426719" y="0"/>
                </a:lnTo>
                <a:lnTo>
                  <a:pt x="6426719" y="6426720"/>
                </a:lnTo>
                <a:lnTo>
                  <a:pt x="0" y="64267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599906" y="1533290"/>
            <a:ext cx="2485842" cy="707985"/>
          </a:xfrm>
          <a:prstGeom prst="rect">
            <a:avLst/>
          </a:prstGeom>
        </p:spPr>
        <p:txBody>
          <a:bodyPr anchor="t" rtlCol="false" tIns="0" lIns="0" bIns="0" rIns="0">
            <a:spAutoFit/>
          </a:bodyPr>
          <a:lstStyle/>
          <a:p>
            <a:pPr algn="l">
              <a:lnSpc>
                <a:spcPts val="2624"/>
              </a:lnSpc>
            </a:pPr>
            <a:r>
              <a:rPr lang="en-US" sz="2523">
                <a:solidFill>
                  <a:srgbClr val="FC0328"/>
                </a:solidFill>
                <a:latin typeface="Poppins"/>
                <a:ea typeface="Poppins"/>
                <a:cs typeface="Poppins"/>
                <a:sym typeface="Poppins"/>
              </a:rPr>
              <a:t>Thynk Unlimited</a:t>
            </a:r>
          </a:p>
        </p:txBody>
      </p:sp>
      <p:sp>
        <p:nvSpPr>
          <p:cNvPr name="TextBox 5" id="5"/>
          <p:cNvSpPr txBox="true"/>
          <p:nvPr/>
        </p:nvSpPr>
        <p:spPr>
          <a:xfrm rot="0">
            <a:off x="2122822" y="8757144"/>
            <a:ext cx="5756156" cy="374874"/>
          </a:xfrm>
          <a:prstGeom prst="rect">
            <a:avLst/>
          </a:prstGeom>
        </p:spPr>
        <p:txBody>
          <a:bodyPr anchor="t" rtlCol="false" tIns="0" lIns="0" bIns="0" rIns="0">
            <a:spAutoFit/>
          </a:bodyPr>
          <a:lstStyle/>
          <a:p>
            <a:pPr algn="l">
              <a:lnSpc>
                <a:spcPts val="2624"/>
              </a:lnSpc>
            </a:pPr>
            <a:r>
              <a:rPr lang="en-US" sz="2523">
                <a:solidFill>
                  <a:srgbClr val="000000"/>
                </a:solidFill>
                <a:latin typeface="Poppins"/>
                <a:ea typeface="Poppins"/>
                <a:cs typeface="Poppins"/>
                <a:sym typeface="Poppins"/>
              </a:rPr>
              <a:t>www.reallygreatsite.com</a:t>
            </a:r>
          </a:p>
        </p:txBody>
      </p:sp>
      <p:sp>
        <p:nvSpPr>
          <p:cNvPr name="TextBox 6" id="6"/>
          <p:cNvSpPr txBox="true"/>
          <p:nvPr/>
        </p:nvSpPr>
        <p:spPr>
          <a:xfrm rot="0">
            <a:off x="2122822" y="3664064"/>
            <a:ext cx="7910675" cy="1502264"/>
          </a:xfrm>
          <a:prstGeom prst="rect">
            <a:avLst/>
          </a:prstGeom>
        </p:spPr>
        <p:txBody>
          <a:bodyPr anchor="t" rtlCol="false" tIns="0" lIns="0" bIns="0" rIns="0">
            <a:spAutoFit/>
          </a:bodyPr>
          <a:lstStyle/>
          <a:p>
            <a:pPr algn="l">
              <a:lnSpc>
                <a:spcPts val="5608"/>
              </a:lnSpc>
            </a:pPr>
            <a:r>
              <a:rPr lang="en-US" sz="5392" b="true">
                <a:solidFill>
                  <a:srgbClr val="FC0328"/>
                </a:solidFill>
                <a:latin typeface="Poppins Bold"/>
                <a:ea typeface="Poppins Bold"/>
                <a:cs typeface="Poppins Bold"/>
                <a:sym typeface="Poppins Bold"/>
              </a:rPr>
              <a:t>Website Traffic Analysis</a:t>
            </a:r>
          </a:p>
        </p:txBody>
      </p:sp>
      <p:sp>
        <p:nvSpPr>
          <p:cNvPr name="TextBox 7" id="7"/>
          <p:cNvSpPr txBox="true"/>
          <p:nvPr/>
        </p:nvSpPr>
        <p:spPr>
          <a:xfrm rot="0">
            <a:off x="2122822" y="5613044"/>
            <a:ext cx="6127155" cy="1572057"/>
          </a:xfrm>
          <a:prstGeom prst="rect">
            <a:avLst/>
          </a:prstGeom>
        </p:spPr>
        <p:txBody>
          <a:bodyPr anchor="t" rtlCol="false" tIns="0" lIns="0" bIns="0" rIns="0">
            <a:spAutoFit/>
          </a:bodyPr>
          <a:lstStyle/>
          <a:p>
            <a:pPr algn="just">
              <a:lnSpc>
                <a:spcPts val="2055"/>
              </a:lnSpc>
            </a:pPr>
            <a:r>
              <a:rPr lang="en-US" sz="1903" spc="102">
                <a:solidFill>
                  <a:srgbClr val="000000"/>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a:t>
            </a:r>
          </a:p>
        </p:txBody>
      </p:sp>
      <p:grpSp>
        <p:nvGrpSpPr>
          <p:cNvPr name="Group 8" id="8"/>
          <p:cNvGrpSpPr/>
          <p:nvPr/>
        </p:nvGrpSpPr>
        <p:grpSpPr>
          <a:xfrm rot="0">
            <a:off x="-1955501" y="-86345"/>
            <a:ext cx="42391962" cy="788601"/>
            <a:chOff x="0" y="0"/>
            <a:chExt cx="11164961" cy="207697"/>
          </a:xfrm>
        </p:grpSpPr>
        <p:sp>
          <p:nvSpPr>
            <p:cNvPr name="Freeform 9" id="9"/>
            <p:cNvSpPr/>
            <p:nvPr/>
          </p:nvSpPr>
          <p:spPr>
            <a:xfrm flipH="false" flipV="false" rot="0">
              <a:off x="0" y="0"/>
              <a:ext cx="11164961" cy="207697"/>
            </a:xfrm>
            <a:custGeom>
              <a:avLst/>
              <a:gdLst/>
              <a:ahLst/>
              <a:cxnLst/>
              <a:rect r="r" b="b" t="t" l="l"/>
              <a:pathLst>
                <a:path h="207697" w="11164961">
                  <a:moveTo>
                    <a:pt x="0" y="0"/>
                  </a:moveTo>
                  <a:lnTo>
                    <a:pt x="11164961" y="0"/>
                  </a:lnTo>
                  <a:lnTo>
                    <a:pt x="11164961" y="207697"/>
                  </a:lnTo>
                  <a:lnTo>
                    <a:pt x="0" y="207697"/>
                  </a:lnTo>
                  <a:close/>
                </a:path>
              </a:pathLst>
            </a:custGeom>
            <a:solidFill>
              <a:srgbClr val="FC0328"/>
            </a:solidFill>
          </p:spPr>
        </p:sp>
        <p:sp>
          <p:nvSpPr>
            <p:cNvPr name="TextBox 10" id="10"/>
            <p:cNvSpPr txBox="true"/>
            <p:nvPr/>
          </p:nvSpPr>
          <p:spPr>
            <a:xfrm>
              <a:off x="0" y="9525"/>
              <a:ext cx="11164961" cy="198172"/>
            </a:xfrm>
            <a:prstGeom prst="rect">
              <a:avLst/>
            </a:prstGeom>
          </p:spPr>
          <p:txBody>
            <a:bodyPr anchor="ctr" rtlCol="false" tIns="50800" lIns="50800" bIns="50800" rIns="50800"/>
            <a:lstStyle/>
            <a:p>
              <a:pPr algn="ctr">
                <a:lnSpc>
                  <a:spcPts val="2624"/>
                </a:lnSpc>
              </a:pPr>
            </a:p>
          </p:txBody>
        </p:sp>
      </p:grpSp>
      <p:sp>
        <p:nvSpPr>
          <p:cNvPr name="Freeform 11" id="11"/>
          <p:cNvSpPr/>
          <p:nvPr/>
        </p:nvSpPr>
        <p:spPr>
          <a:xfrm flipH="false" flipV="false" rot="0">
            <a:off x="15872637" y="9258300"/>
            <a:ext cx="2978563" cy="1634486"/>
          </a:xfrm>
          <a:custGeom>
            <a:avLst/>
            <a:gdLst/>
            <a:ahLst/>
            <a:cxnLst/>
            <a:rect r="r" b="b" t="t" l="l"/>
            <a:pathLst>
              <a:path h="1634486" w="2978563">
                <a:moveTo>
                  <a:pt x="0" y="0"/>
                </a:moveTo>
                <a:lnTo>
                  <a:pt x="2978563" y="0"/>
                </a:lnTo>
                <a:lnTo>
                  <a:pt x="2978563" y="1634486"/>
                </a:lnTo>
                <a:lnTo>
                  <a:pt x="0" y="16344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7F7"/>
        </a:solidFill>
      </p:bgPr>
    </p:bg>
    <p:spTree>
      <p:nvGrpSpPr>
        <p:cNvPr id="1" name=""/>
        <p:cNvGrpSpPr/>
        <p:nvPr/>
      </p:nvGrpSpPr>
      <p:grpSpPr>
        <a:xfrm>
          <a:off x="0" y="0"/>
          <a:ext cx="0" cy="0"/>
          <a:chOff x="0" y="0"/>
          <a:chExt cx="0" cy="0"/>
        </a:xfrm>
      </p:grpSpPr>
      <p:sp>
        <p:nvSpPr>
          <p:cNvPr name="Freeform 2" id="2"/>
          <p:cNvSpPr/>
          <p:nvPr/>
        </p:nvSpPr>
        <p:spPr>
          <a:xfrm flipH="false" flipV="false" rot="0">
            <a:off x="2122822" y="3121607"/>
            <a:ext cx="5866171" cy="4842258"/>
          </a:xfrm>
          <a:custGeom>
            <a:avLst/>
            <a:gdLst/>
            <a:ahLst/>
            <a:cxnLst/>
            <a:rect r="r" b="b" t="t" l="l"/>
            <a:pathLst>
              <a:path h="4842258" w="5866171">
                <a:moveTo>
                  <a:pt x="0" y="0"/>
                </a:moveTo>
                <a:lnTo>
                  <a:pt x="5866171" y="0"/>
                </a:lnTo>
                <a:lnTo>
                  <a:pt x="5866171" y="4842258"/>
                </a:lnTo>
                <a:lnTo>
                  <a:pt x="0" y="48422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122822" y="1347181"/>
            <a:ext cx="1139893" cy="990671"/>
          </a:xfrm>
          <a:custGeom>
            <a:avLst/>
            <a:gdLst/>
            <a:ahLst/>
            <a:cxnLst/>
            <a:rect r="r" b="b" t="t" l="l"/>
            <a:pathLst>
              <a:path h="990671" w="1139893">
                <a:moveTo>
                  <a:pt x="0" y="0"/>
                </a:moveTo>
                <a:lnTo>
                  <a:pt x="1139893" y="0"/>
                </a:lnTo>
                <a:lnTo>
                  <a:pt x="1139893" y="990671"/>
                </a:lnTo>
                <a:lnTo>
                  <a:pt x="0" y="9906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5400000">
            <a:off x="-21011021" y="3070173"/>
            <a:ext cx="42391962" cy="788601"/>
            <a:chOff x="0" y="0"/>
            <a:chExt cx="11164961" cy="207697"/>
          </a:xfrm>
        </p:grpSpPr>
        <p:sp>
          <p:nvSpPr>
            <p:cNvPr name="Freeform 5" id="5"/>
            <p:cNvSpPr/>
            <p:nvPr/>
          </p:nvSpPr>
          <p:spPr>
            <a:xfrm flipH="false" flipV="false" rot="0">
              <a:off x="0" y="0"/>
              <a:ext cx="11164961" cy="207697"/>
            </a:xfrm>
            <a:custGeom>
              <a:avLst/>
              <a:gdLst/>
              <a:ahLst/>
              <a:cxnLst/>
              <a:rect r="r" b="b" t="t" l="l"/>
              <a:pathLst>
                <a:path h="207697" w="11164961">
                  <a:moveTo>
                    <a:pt x="0" y="0"/>
                  </a:moveTo>
                  <a:lnTo>
                    <a:pt x="11164961" y="0"/>
                  </a:lnTo>
                  <a:lnTo>
                    <a:pt x="11164961" y="207697"/>
                  </a:lnTo>
                  <a:lnTo>
                    <a:pt x="0" y="207697"/>
                  </a:lnTo>
                  <a:close/>
                </a:path>
              </a:pathLst>
            </a:custGeom>
            <a:solidFill>
              <a:srgbClr val="FC0328"/>
            </a:solidFill>
          </p:spPr>
        </p:sp>
        <p:sp>
          <p:nvSpPr>
            <p:cNvPr name="TextBox 6" id="6"/>
            <p:cNvSpPr txBox="true"/>
            <p:nvPr/>
          </p:nvSpPr>
          <p:spPr>
            <a:xfrm>
              <a:off x="0" y="9525"/>
              <a:ext cx="11164961" cy="198172"/>
            </a:xfrm>
            <a:prstGeom prst="rect">
              <a:avLst/>
            </a:prstGeom>
          </p:spPr>
          <p:txBody>
            <a:bodyPr anchor="ctr" rtlCol="false" tIns="50800" lIns="50800" bIns="50800" rIns="50800"/>
            <a:lstStyle/>
            <a:p>
              <a:pPr algn="ctr">
                <a:lnSpc>
                  <a:spcPts val="2624"/>
                </a:lnSpc>
              </a:pPr>
            </a:p>
          </p:txBody>
        </p:sp>
      </p:grpSp>
      <p:sp>
        <p:nvSpPr>
          <p:cNvPr name="TextBox 7" id="7"/>
          <p:cNvSpPr txBox="true"/>
          <p:nvPr/>
        </p:nvSpPr>
        <p:spPr>
          <a:xfrm rot="0">
            <a:off x="9144000" y="2098393"/>
            <a:ext cx="7910675" cy="1502264"/>
          </a:xfrm>
          <a:prstGeom prst="rect">
            <a:avLst/>
          </a:prstGeom>
        </p:spPr>
        <p:txBody>
          <a:bodyPr anchor="t" rtlCol="false" tIns="0" lIns="0" bIns="0" rIns="0">
            <a:spAutoFit/>
          </a:bodyPr>
          <a:lstStyle/>
          <a:p>
            <a:pPr algn="l">
              <a:lnSpc>
                <a:spcPts val="5608"/>
              </a:lnSpc>
            </a:pPr>
            <a:r>
              <a:rPr lang="en-US" sz="5392" b="true">
                <a:solidFill>
                  <a:srgbClr val="FC0328"/>
                </a:solidFill>
                <a:latin typeface="Poppins Bold"/>
                <a:ea typeface="Poppins Bold"/>
                <a:cs typeface="Poppins Bold"/>
                <a:sym typeface="Poppins Bold"/>
              </a:rPr>
              <a:t>Employee Productivity</a:t>
            </a:r>
          </a:p>
        </p:txBody>
      </p:sp>
      <p:sp>
        <p:nvSpPr>
          <p:cNvPr name="TextBox 8" id="8"/>
          <p:cNvSpPr txBox="true"/>
          <p:nvPr/>
        </p:nvSpPr>
        <p:spPr>
          <a:xfrm rot="0">
            <a:off x="9144000" y="4645026"/>
            <a:ext cx="6127155" cy="1572057"/>
          </a:xfrm>
          <a:prstGeom prst="rect">
            <a:avLst/>
          </a:prstGeom>
        </p:spPr>
        <p:txBody>
          <a:bodyPr anchor="t" rtlCol="false" tIns="0" lIns="0" bIns="0" rIns="0">
            <a:spAutoFit/>
          </a:bodyPr>
          <a:lstStyle/>
          <a:p>
            <a:pPr algn="just">
              <a:lnSpc>
                <a:spcPts val="2055"/>
              </a:lnSpc>
            </a:pPr>
            <a:r>
              <a:rPr lang="en-US" sz="1903" spc="102">
                <a:solidFill>
                  <a:srgbClr val="0F0E0E"/>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9" id="9"/>
          <p:cNvSpPr txBox="true"/>
          <p:nvPr/>
        </p:nvSpPr>
        <p:spPr>
          <a:xfrm rot="0">
            <a:off x="3599906" y="1533290"/>
            <a:ext cx="2485842" cy="707985"/>
          </a:xfrm>
          <a:prstGeom prst="rect">
            <a:avLst/>
          </a:prstGeom>
        </p:spPr>
        <p:txBody>
          <a:bodyPr anchor="t" rtlCol="false" tIns="0" lIns="0" bIns="0" rIns="0">
            <a:spAutoFit/>
          </a:bodyPr>
          <a:lstStyle/>
          <a:p>
            <a:pPr algn="l">
              <a:lnSpc>
                <a:spcPts val="2624"/>
              </a:lnSpc>
            </a:pPr>
            <a:r>
              <a:rPr lang="en-US" sz="2523">
                <a:solidFill>
                  <a:srgbClr val="FC0328"/>
                </a:solidFill>
                <a:latin typeface="Poppins"/>
                <a:ea typeface="Poppins"/>
                <a:cs typeface="Poppins"/>
                <a:sym typeface="Poppins"/>
              </a:rPr>
              <a:t>Thynk Unlimited</a:t>
            </a:r>
          </a:p>
        </p:txBody>
      </p:sp>
      <p:sp>
        <p:nvSpPr>
          <p:cNvPr name="TextBox 10" id="10"/>
          <p:cNvSpPr txBox="true"/>
          <p:nvPr/>
        </p:nvSpPr>
        <p:spPr>
          <a:xfrm rot="0">
            <a:off x="2122822" y="8757144"/>
            <a:ext cx="5756156" cy="365612"/>
          </a:xfrm>
          <a:prstGeom prst="rect">
            <a:avLst/>
          </a:prstGeom>
        </p:spPr>
        <p:txBody>
          <a:bodyPr anchor="t" rtlCol="false" tIns="0" lIns="0" bIns="0" rIns="0">
            <a:spAutoFit/>
          </a:bodyPr>
          <a:lstStyle/>
          <a:p>
            <a:pPr algn="just">
              <a:lnSpc>
                <a:spcPts val="2624"/>
              </a:lnSpc>
            </a:pPr>
            <a:r>
              <a:rPr lang="en-US" sz="2523">
                <a:solidFill>
                  <a:srgbClr val="0F0E0E"/>
                </a:solidFill>
                <a:latin typeface="Poppins"/>
                <a:ea typeface="Poppins"/>
                <a:cs typeface="Poppins"/>
                <a:sym typeface="Poppins"/>
              </a:rPr>
              <a:t>www.reallygreatsite.com</a:t>
            </a:r>
          </a:p>
        </p:txBody>
      </p:sp>
      <p:sp>
        <p:nvSpPr>
          <p:cNvPr name="TextBox 11" id="11"/>
          <p:cNvSpPr txBox="true"/>
          <p:nvPr/>
        </p:nvSpPr>
        <p:spPr>
          <a:xfrm rot="0">
            <a:off x="9144000" y="4095338"/>
            <a:ext cx="4257538" cy="376726"/>
          </a:xfrm>
          <a:prstGeom prst="rect">
            <a:avLst/>
          </a:prstGeom>
        </p:spPr>
        <p:txBody>
          <a:bodyPr anchor="t" rtlCol="false" tIns="0" lIns="0" bIns="0" rIns="0">
            <a:spAutoFit/>
          </a:bodyPr>
          <a:lstStyle/>
          <a:p>
            <a:pPr algn="l">
              <a:lnSpc>
                <a:spcPts val="2706"/>
              </a:lnSpc>
            </a:pPr>
            <a:r>
              <a:rPr lang="en-US" sz="2602" b="true">
                <a:solidFill>
                  <a:srgbClr val="FC0328"/>
                </a:solidFill>
                <a:latin typeface="Poppins Bold"/>
                <a:ea typeface="Poppins Bold"/>
                <a:cs typeface="Poppins Bold"/>
                <a:sym typeface="Poppins Bold"/>
              </a:rPr>
              <a:t>Hours Worked</a:t>
            </a:r>
          </a:p>
        </p:txBody>
      </p:sp>
      <p:sp>
        <p:nvSpPr>
          <p:cNvPr name="TextBox 12" id="12"/>
          <p:cNvSpPr txBox="true"/>
          <p:nvPr/>
        </p:nvSpPr>
        <p:spPr>
          <a:xfrm rot="0">
            <a:off x="9144000" y="7462205"/>
            <a:ext cx="6127155" cy="1572057"/>
          </a:xfrm>
          <a:prstGeom prst="rect">
            <a:avLst/>
          </a:prstGeom>
        </p:spPr>
        <p:txBody>
          <a:bodyPr anchor="t" rtlCol="false" tIns="0" lIns="0" bIns="0" rIns="0">
            <a:spAutoFit/>
          </a:bodyPr>
          <a:lstStyle/>
          <a:p>
            <a:pPr algn="just">
              <a:lnSpc>
                <a:spcPts val="2055"/>
              </a:lnSpc>
            </a:pPr>
            <a:r>
              <a:rPr lang="en-US" sz="1903" spc="102">
                <a:solidFill>
                  <a:srgbClr val="0F0E0E"/>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3" id="13"/>
          <p:cNvSpPr txBox="true"/>
          <p:nvPr/>
        </p:nvSpPr>
        <p:spPr>
          <a:xfrm rot="0">
            <a:off x="9144000" y="6912517"/>
            <a:ext cx="4257538" cy="376726"/>
          </a:xfrm>
          <a:prstGeom prst="rect">
            <a:avLst/>
          </a:prstGeom>
        </p:spPr>
        <p:txBody>
          <a:bodyPr anchor="t" rtlCol="false" tIns="0" lIns="0" bIns="0" rIns="0">
            <a:spAutoFit/>
          </a:bodyPr>
          <a:lstStyle/>
          <a:p>
            <a:pPr algn="l">
              <a:lnSpc>
                <a:spcPts val="2706"/>
              </a:lnSpc>
            </a:pPr>
            <a:r>
              <a:rPr lang="en-US" sz="2602" b="true">
                <a:solidFill>
                  <a:srgbClr val="FC0328"/>
                </a:solidFill>
                <a:latin typeface="Poppins Bold"/>
                <a:ea typeface="Poppins Bold"/>
                <a:cs typeface="Poppins Bold"/>
                <a:sym typeface="Poppins Bold"/>
              </a:rPr>
              <a:t>Project Completion Time</a:t>
            </a:r>
          </a:p>
        </p:txBody>
      </p:sp>
      <p:sp>
        <p:nvSpPr>
          <p:cNvPr name="Freeform 14" id="14"/>
          <p:cNvSpPr/>
          <p:nvPr/>
        </p:nvSpPr>
        <p:spPr>
          <a:xfrm flipH="false" flipV="false" rot="0">
            <a:off x="15836670" y="7665104"/>
            <a:ext cx="917881" cy="917881"/>
          </a:xfrm>
          <a:custGeom>
            <a:avLst/>
            <a:gdLst/>
            <a:ahLst/>
            <a:cxnLst/>
            <a:rect r="r" b="b" t="t" l="l"/>
            <a:pathLst>
              <a:path h="917881" w="917881">
                <a:moveTo>
                  <a:pt x="0" y="0"/>
                </a:moveTo>
                <a:lnTo>
                  <a:pt x="917881" y="0"/>
                </a:lnTo>
                <a:lnTo>
                  <a:pt x="917881" y="917881"/>
                </a:lnTo>
                <a:lnTo>
                  <a:pt x="0" y="9178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5836670" y="5083795"/>
            <a:ext cx="917881" cy="917881"/>
          </a:xfrm>
          <a:custGeom>
            <a:avLst/>
            <a:gdLst/>
            <a:ahLst/>
            <a:cxnLst/>
            <a:rect r="r" b="b" t="t" l="l"/>
            <a:pathLst>
              <a:path h="917881" w="917881">
                <a:moveTo>
                  <a:pt x="0" y="0"/>
                </a:moveTo>
                <a:lnTo>
                  <a:pt x="917881" y="0"/>
                </a:lnTo>
                <a:lnTo>
                  <a:pt x="917881" y="917881"/>
                </a:lnTo>
                <a:lnTo>
                  <a:pt x="0" y="9178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6316289" y="-110722"/>
            <a:ext cx="2978563" cy="1634486"/>
          </a:xfrm>
          <a:custGeom>
            <a:avLst/>
            <a:gdLst/>
            <a:ahLst/>
            <a:cxnLst/>
            <a:rect r="r" b="b" t="t" l="l"/>
            <a:pathLst>
              <a:path h="1634486" w="2978563">
                <a:moveTo>
                  <a:pt x="0" y="0"/>
                </a:moveTo>
                <a:lnTo>
                  <a:pt x="2978563" y="0"/>
                </a:lnTo>
                <a:lnTo>
                  <a:pt x="2978563" y="1634487"/>
                </a:lnTo>
                <a:lnTo>
                  <a:pt x="0" y="16344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7F7"/>
        </a:solidFill>
      </p:bgPr>
    </p:bg>
    <p:spTree>
      <p:nvGrpSpPr>
        <p:cNvPr id="1" name=""/>
        <p:cNvGrpSpPr/>
        <p:nvPr/>
      </p:nvGrpSpPr>
      <p:grpSpPr>
        <a:xfrm>
          <a:off x="0" y="0"/>
          <a:ext cx="0" cy="0"/>
          <a:chOff x="0" y="0"/>
          <a:chExt cx="0" cy="0"/>
        </a:xfrm>
      </p:grpSpPr>
      <p:sp>
        <p:nvSpPr>
          <p:cNvPr name="Freeform 2" id="2"/>
          <p:cNvSpPr/>
          <p:nvPr/>
        </p:nvSpPr>
        <p:spPr>
          <a:xfrm flipH="false" flipV="false" rot="0">
            <a:off x="2122822" y="1347181"/>
            <a:ext cx="1139893" cy="990671"/>
          </a:xfrm>
          <a:custGeom>
            <a:avLst/>
            <a:gdLst/>
            <a:ahLst/>
            <a:cxnLst/>
            <a:rect r="r" b="b" t="t" l="l"/>
            <a:pathLst>
              <a:path h="990671" w="1139893">
                <a:moveTo>
                  <a:pt x="0" y="0"/>
                </a:moveTo>
                <a:lnTo>
                  <a:pt x="1139893" y="0"/>
                </a:lnTo>
                <a:lnTo>
                  <a:pt x="1139893" y="990671"/>
                </a:lnTo>
                <a:lnTo>
                  <a:pt x="0" y="9906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22822" y="8757144"/>
            <a:ext cx="5756156" cy="365612"/>
          </a:xfrm>
          <a:prstGeom prst="rect">
            <a:avLst/>
          </a:prstGeom>
        </p:spPr>
        <p:txBody>
          <a:bodyPr anchor="t" rtlCol="false" tIns="0" lIns="0" bIns="0" rIns="0">
            <a:spAutoFit/>
          </a:bodyPr>
          <a:lstStyle/>
          <a:p>
            <a:pPr algn="just">
              <a:lnSpc>
                <a:spcPts val="2624"/>
              </a:lnSpc>
            </a:pPr>
            <a:r>
              <a:rPr lang="en-US" sz="2523">
                <a:solidFill>
                  <a:srgbClr val="000000"/>
                </a:solidFill>
                <a:latin typeface="Poppins"/>
                <a:ea typeface="Poppins"/>
                <a:cs typeface="Poppins"/>
                <a:sym typeface="Poppins"/>
              </a:rPr>
              <a:t>www.reallygreatsite.com</a:t>
            </a:r>
          </a:p>
        </p:txBody>
      </p:sp>
      <p:sp>
        <p:nvSpPr>
          <p:cNvPr name="TextBox 4" id="4"/>
          <p:cNvSpPr txBox="true"/>
          <p:nvPr/>
        </p:nvSpPr>
        <p:spPr>
          <a:xfrm rot="0">
            <a:off x="3599906" y="1533290"/>
            <a:ext cx="2485842" cy="707985"/>
          </a:xfrm>
          <a:prstGeom prst="rect">
            <a:avLst/>
          </a:prstGeom>
        </p:spPr>
        <p:txBody>
          <a:bodyPr anchor="t" rtlCol="false" tIns="0" lIns="0" bIns="0" rIns="0">
            <a:spAutoFit/>
          </a:bodyPr>
          <a:lstStyle/>
          <a:p>
            <a:pPr algn="l">
              <a:lnSpc>
                <a:spcPts val="2624"/>
              </a:lnSpc>
            </a:pPr>
            <a:r>
              <a:rPr lang="en-US" sz="2523">
                <a:solidFill>
                  <a:srgbClr val="FC0328"/>
                </a:solidFill>
                <a:latin typeface="Poppins"/>
                <a:ea typeface="Poppins"/>
                <a:cs typeface="Poppins"/>
                <a:sym typeface="Poppins"/>
              </a:rPr>
              <a:t>Thynk Unlimited</a:t>
            </a:r>
          </a:p>
        </p:txBody>
      </p:sp>
      <p:sp>
        <p:nvSpPr>
          <p:cNvPr name="TextBox 5" id="5"/>
          <p:cNvSpPr txBox="true"/>
          <p:nvPr/>
        </p:nvSpPr>
        <p:spPr>
          <a:xfrm rot="0">
            <a:off x="2122822" y="3789484"/>
            <a:ext cx="5557867" cy="1502264"/>
          </a:xfrm>
          <a:prstGeom prst="rect">
            <a:avLst/>
          </a:prstGeom>
        </p:spPr>
        <p:txBody>
          <a:bodyPr anchor="t" rtlCol="false" tIns="0" lIns="0" bIns="0" rIns="0">
            <a:spAutoFit/>
          </a:bodyPr>
          <a:lstStyle/>
          <a:p>
            <a:pPr algn="l">
              <a:lnSpc>
                <a:spcPts val="5608"/>
              </a:lnSpc>
            </a:pPr>
            <a:r>
              <a:rPr lang="en-US" sz="5392" b="true">
                <a:solidFill>
                  <a:srgbClr val="FC0328"/>
                </a:solidFill>
                <a:latin typeface="Poppins Bold"/>
                <a:ea typeface="Poppins Bold"/>
                <a:cs typeface="Poppins Bold"/>
                <a:sym typeface="Poppins Bold"/>
              </a:rPr>
              <a:t>Market Share Analysis</a:t>
            </a:r>
          </a:p>
        </p:txBody>
      </p:sp>
      <p:sp>
        <p:nvSpPr>
          <p:cNvPr name="TextBox 6" id="6"/>
          <p:cNvSpPr txBox="true"/>
          <p:nvPr/>
        </p:nvSpPr>
        <p:spPr>
          <a:xfrm rot="0">
            <a:off x="2122822" y="5742980"/>
            <a:ext cx="6127155" cy="1572057"/>
          </a:xfrm>
          <a:prstGeom prst="rect">
            <a:avLst/>
          </a:prstGeom>
        </p:spPr>
        <p:txBody>
          <a:bodyPr anchor="t" rtlCol="false" tIns="0" lIns="0" bIns="0" rIns="0">
            <a:spAutoFit/>
          </a:bodyPr>
          <a:lstStyle/>
          <a:p>
            <a:pPr algn="just">
              <a:lnSpc>
                <a:spcPts val="2055"/>
              </a:lnSpc>
            </a:pPr>
            <a:r>
              <a:rPr lang="en-US" sz="1903" spc="102">
                <a:solidFill>
                  <a:srgbClr val="000000"/>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a:t>
            </a:r>
          </a:p>
        </p:txBody>
      </p:sp>
      <p:sp>
        <p:nvSpPr>
          <p:cNvPr name="Freeform 7" id="7"/>
          <p:cNvSpPr/>
          <p:nvPr/>
        </p:nvSpPr>
        <p:spPr>
          <a:xfrm flipH="false" flipV="false" rot="0">
            <a:off x="13447786" y="3586745"/>
            <a:ext cx="2902021" cy="2902021"/>
          </a:xfrm>
          <a:custGeom>
            <a:avLst/>
            <a:gdLst/>
            <a:ahLst/>
            <a:cxnLst/>
            <a:rect r="r" b="b" t="t" l="l"/>
            <a:pathLst>
              <a:path h="2902021" w="2902021">
                <a:moveTo>
                  <a:pt x="0" y="0"/>
                </a:moveTo>
                <a:lnTo>
                  <a:pt x="2902021" y="0"/>
                </a:lnTo>
                <a:lnTo>
                  <a:pt x="2902021" y="2902021"/>
                </a:lnTo>
                <a:lnTo>
                  <a:pt x="0" y="29020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9353208" y="6896654"/>
            <a:ext cx="2920175" cy="418383"/>
          </a:xfrm>
          <a:prstGeom prst="rect">
            <a:avLst/>
          </a:prstGeom>
        </p:spPr>
        <p:txBody>
          <a:bodyPr anchor="t" rtlCol="false" tIns="0" lIns="0" bIns="0" rIns="0">
            <a:spAutoFit/>
          </a:bodyPr>
          <a:lstStyle/>
          <a:p>
            <a:pPr algn="ctr">
              <a:lnSpc>
                <a:spcPts val="2946"/>
              </a:lnSpc>
            </a:pPr>
            <a:r>
              <a:rPr lang="en-US" sz="2833" b="true">
                <a:solidFill>
                  <a:srgbClr val="FC0328"/>
                </a:solidFill>
                <a:latin typeface="Poppins Bold"/>
                <a:ea typeface="Poppins Bold"/>
                <a:cs typeface="Poppins Bold"/>
                <a:sym typeface="Poppins Bold"/>
              </a:rPr>
              <a:t>Market - 01</a:t>
            </a:r>
          </a:p>
        </p:txBody>
      </p:sp>
      <p:sp>
        <p:nvSpPr>
          <p:cNvPr name="TextBox 9" id="9"/>
          <p:cNvSpPr txBox="true"/>
          <p:nvPr/>
        </p:nvSpPr>
        <p:spPr>
          <a:xfrm rot="0">
            <a:off x="13438709" y="6896654"/>
            <a:ext cx="2920175" cy="418383"/>
          </a:xfrm>
          <a:prstGeom prst="rect">
            <a:avLst/>
          </a:prstGeom>
        </p:spPr>
        <p:txBody>
          <a:bodyPr anchor="t" rtlCol="false" tIns="0" lIns="0" bIns="0" rIns="0">
            <a:spAutoFit/>
          </a:bodyPr>
          <a:lstStyle/>
          <a:p>
            <a:pPr algn="ctr">
              <a:lnSpc>
                <a:spcPts val="2946"/>
              </a:lnSpc>
            </a:pPr>
            <a:r>
              <a:rPr lang="en-US" sz="2833" b="true">
                <a:solidFill>
                  <a:srgbClr val="FC0328"/>
                </a:solidFill>
                <a:latin typeface="Poppins Bold"/>
                <a:ea typeface="Poppins Bold"/>
                <a:cs typeface="Poppins Bold"/>
                <a:sym typeface="Poppins Bold"/>
              </a:rPr>
              <a:t>Market - 02</a:t>
            </a:r>
          </a:p>
        </p:txBody>
      </p:sp>
      <p:grpSp>
        <p:nvGrpSpPr>
          <p:cNvPr name="Group 10" id="10"/>
          <p:cNvGrpSpPr/>
          <p:nvPr/>
        </p:nvGrpSpPr>
        <p:grpSpPr>
          <a:xfrm rot="0">
            <a:off x="-13515292" y="9579693"/>
            <a:ext cx="42391962" cy="788601"/>
            <a:chOff x="0" y="0"/>
            <a:chExt cx="11164961" cy="207697"/>
          </a:xfrm>
        </p:grpSpPr>
        <p:sp>
          <p:nvSpPr>
            <p:cNvPr name="Freeform 11" id="11"/>
            <p:cNvSpPr/>
            <p:nvPr/>
          </p:nvSpPr>
          <p:spPr>
            <a:xfrm flipH="false" flipV="false" rot="0">
              <a:off x="0" y="0"/>
              <a:ext cx="11164961" cy="207697"/>
            </a:xfrm>
            <a:custGeom>
              <a:avLst/>
              <a:gdLst/>
              <a:ahLst/>
              <a:cxnLst/>
              <a:rect r="r" b="b" t="t" l="l"/>
              <a:pathLst>
                <a:path h="207697" w="11164961">
                  <a:moveTo>
                    <a:pt x="0" y="0"/>
                  </a:moveTo>
                  <a:lnTo>
                    <a:pt x="11164961" y="0"/>
                  </a:lnTo>
                  <a:lnTo>
                    <a:pt x="11164961" y="207697"/>
                  </a:lnTo>
                  <a:lnTo>
                    <a:pt x="0" y="207697"/>
                  </a:lnTo>
                  <a:close/>
                </a:path>
              </a:pathLst>
            </a:custGeom>
            <a:solidFill>
              <a:srgbClr val="FC0328"/>
            </a:solidFill>
          </p:spPr>
        </p:sp>
        <p:sp>
          <p:nvSpPr>
            <p:cNvPr name="TextBox 12" id="12"/>
            <p:cNvSpPr txBox="true"/>
            <p:nvPr/>
          </p:nvSpPr>
          <p:spPr>
            <a:xfrm>
              <a:off x="0" y="9525"/>
              <a:ext cx="11164961" cy="198172"/>
            </a:xfrm>
            <a:prstGeom prst="rect">
              <a:avLst/>
            </a:prstGeom>
          </p:spPr>
          <p:txBody>
            <a:bodyPr anchor="ctr" rtlCol="false" tIns="50800" lIns="50800" bIns="50800" rIns="50800"/>
            <a:lstStyle/>
            <a:p>
              <a:pPr algn="ctr">
                <a:lnSpc>
                  <a:spcPts val="2624"/>
                </a:lnSpc>
              </a:pPr>
            </a:p>
          </p:txBody>
        </p:sp>
      </p:grpSp>
      <p:sp>
        <p:nvSpPr>
          <p:cNvPr name="Freeform 13" id="13"/>
          <p:cNvSpPr/>
          <p:nvPr/>
        </p:nvSpPr>
        <p:spPr>
          <a:xfrm flipH="false" flipV="false" rot="0">
            <a:off x="-1200517" y="-434380"/>
            <a:ext cx="2978563" cy="1634486"/>
          </a:xfrm>
          <a:custGeom>
            <a:avLst/>
            <a:gdLst/>
            <a:ahLst/>
            <a:cxnLst/>
            <a:rect r="r" b="b" t="t" l="l"/>
            <a:pathLst>
              <a:path h="1634486" w="2978563">
                <a:moveTo>
                  <a:pt x="0" y="0"/>
                </a:moveTo>
                <a:lnTo>
                  <a:pt x="2978563" y="0"/>
                </a:lnTo>
                <a:lnTo>
                  <a:pt x="2978563" y="1634486"/>
                </a:lnTo>
                <a:lnTo>
                  <a:pt x="0" y="16344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3691937">
            <a:off x="9353208" y="3586745"/>
            <a:ext cx="2902021" cy="2902021"/>
          </a:xfrm>
          <a:custGeom>
            <a:avLst/>
            <a:gdLst/>
            <a:ahLst/>
            <a:cxnLst/>
            <a:rect r="r" b="b" t="t" l="l"/>
            <a:pathLst>
              <a:path h="2902021" w="2902021">
                <a:moveTo>
                  <a:pt x="0" y="0"/>
                </a:moveTo>
                <a:lnTo>
                  <a:pt x="2902022" y="0"/>
                </a:lnTo>
                <a:lnTo>
                  <a:pt x="2902022" y="2902021"/>
                </a:lnTo>
                <a:lnTo>
                  <a:pt x="0" y="29020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7F7"/>
        </a:solidFill>
      </p:bgPr>
    </p:bg>
    <p:spTree>
      <p:nvGrpSpPr>
        <p:cNvPr id="1" name=""/>
        <p:cNvGrpSpPr/>
        <p:nvPr/>
      </p:nvGrpSpPr>
      <p:grpSpPr>
        <a:xfrm>
          <a:off x="0" y="0"/>
          <a:ext cx="0" cy="0"/>
          <a:chOff x="0" y="0"/>
          <a:chExt cx="0" cy="0"/>
        </a:xfrm>
      </p:grpSpPr>
      <p:sp>
        <p:nvSpPr>
          <p:cNvPr name="Freeform 2" id="2"/>
          <p:cNvSpPr/>
          <p:nvPr/>
        </p:nvSpPr>
        <p:spPr>
          <a:xfrm flipH="false" flipV="false" rot="0">
            <a:off x="2122822" y="1347181"/>
            <a:ext cx="1139893" cy="990671"/>
          </a:xfrm>
          <a:custGeom>
            <a:avLst/>
            <a:gdLst/>
            <a:ahLst/>
            <a:cxnLst/>
            <a:rect r="r" b="b" t="t" l="l"/>
            <a:pathLst>
              <a:path h="990671" w="1139893">
                <a:moveTo>
                  <a:pt x="0" y="0"/>
                </a:moveTo>
                <a:lnTo>
                  <a:pt x="1139893" y="0"/>
                </a:lnTo>
                <a:lnTo>
                  <a:pt x="1139893" y="990671"/>
                </a:lnTo>
                <a:lnTo>
                  <a:pt x="0" y="9906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96626" y="3105478"/>
            <a:ext cx="4208547" cy="4647994"/>
          </a:xfrm>
          <a:custGeom>
            <a:avLst/>
            <a:gdLst/>
            <a:ahLst/>
            <a:cxnLst/>
            <a:rect r="r" b="b" t="t" l="l"/>
            <a:pathLst>
              <a:path h="4647994" w="4208547">
                <a:moveTo>
                  <a:pt x="0" y="0"/>
                </a:moveTo>
                <a:lnTo>
                  <a:pt x="4208547" y="0"/>
                </a:lnTo>
                <a:lnTo>
                  <a:pt x="4208547" y="4647994"/>
                </a:lnTo>
                <a:lnTo>
                  <a:pt x="0" y="46479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122822" y="8757144"/>
            <a:ext cx="5756156" cy="374874"/>
          </a:xfrm>
          <a:prstGeom prst="rect">
            <a:avLst/>
          </a:prstGeom>
        </p:spPr>
        <p:txBody>
          <a:bodyPr anchor="t" rtlCol="false" tIns="0" lIns="0" bIns="0" rIns="0">
            <a:spAutoFit/>
          </a:bodyPr>
          <a:lstStyle/>
          <a:p>
            <a:pPr algn="l">
              <a:lnSpc>
                <a:spcPts val="2624"/>
              </a:lnSpc>
            </a:pPr>
            <a:r>
              <a:rPr lang="en-US" sz="2523">
                <a:solidFill>
                  <a:srgbClr val="000000"/>
                </a:solidFill>
                <a:latin typeface="Poppins"/>
                <a:ea typeface="Poppins"/>
                <a:cs typeface="Poppins"/>
                <a:sym typeface="Poppins"/>
              </a:rPr>
              <a:t>www.reallygreatsite.com</a:t>
            </a:r>
          </a:p>
        </p:txBody>
      </p:sp>
      <p:sp>
        <p:nvSpPr>
          <p:cNvPr name="TextBox 5" id="5"/>
          <p:cNvSpPr txBox="true"/>
          <p:nvPr/>
        </p:nvSpPr>
        <p:spPr>
          <a:xfrm rot="0">
            <a:off x="3599906" y="1533290"/>
            <a:ext cx="2485842" cy="707985"/>
          </a:xfrm>
          <a:prstGeom prst="rect">
            <a:avLst/>
          </a:prstGeom>
        </p:spPr>
        <p:txBody>
          <a:bodyPr anchor="t" rtlCol="false" tIns="0" lIns="0" bIns="0" rIns="0">
            <a:spAutoFit/>
          </a:bodyPr>
          <a:lstStyle/>
          <a:p>
            <a:pPr algn="l">
              <a:lnSpc>
                <a:spcPts val="2624"/>
              </a:lnSpc>
            </a:pPr>
            <a:r>
              <a:rPr lang="en-US" sz="2523">
                <a:solidFill>
                  <a:srgbClr val="FC0328"/>
                </a:solidFill>
                <a:latin typeface="Poppins"/>
                <a:ea typeface="Poppins"/>
                <a:cs typeface="Poppins"/>
                <a:sym typeface="Poppins"/>
              </a:rPr>
              <a:t>Thynk Unlimited</a:t>
            </a:r>
          </a:p>
        </p:txBody>
      </p:sp>
      <p:sp>
        <p:nvSpPr>
          <p:cNvPr name="TextBox 6" id="6"/>
          <p:cNvSpPr txBox="true"/>
          <p:nvPr/>
        </p:nvSpPr>
        <p:spPr>
          <a:xfrm rot="0">
            <a:off x="8720828" y="2364892"/>
            <a:ext cx="5557867" cy="1500223"/>
          </a:xfrm>
          <a:prstGeom prst="rect">
            <a:avLst/>
          </a:prstGeom>
        </p:spPr>
        <p:txBody>
          <a:bodyPr anchor="t" rtlCol="false" tIns="0" lIns="0" bIns="0" rIns="0">
            <a:spAutoFit/>
          </a:bodyPr>
          <a:lstStyle/>
          <a:p>
            <a:pPr algn="l">
              <a:lnSpc>
                <a:spcPts val="5608"/>
              </a:lnSpc>
            </a:pPr>
            <a:r>
              <a:rPr lang="en-US" sz="5392" b="true">
                <a:solidFill>
                  <a:srgbClr val="FC0328"/>
                </a:solidFill>
                <a:latin typeface="Poppins Bold"/>
                <a:ea typeface="Poppins Bold"/>
                <a:cs typeface="Poppins Bold"/>
                <a:sym typeface="Poppins Bold"/>
              </a:rPr>
              <a:t>Expense Breakdown</a:t>
            </a:r>
          </a:p>
        </p:txBody>
      </p:sp>
      <p:sp>
        <p:nvSpPr>
          <p:cNvPr name="TextBox 7" id="7"/>
          <p:cNvSpPr txBox="true"/>
          <p:nvPr/>
        </p:nvSpPr>
        <p:spPr>
          <a:xfrm rot="0">
            <a:off x="8720828" y="4478555"/>
            <a:ext cx="6127155" cy="1572057"/>
          </a:xfrm>
          <a:prstGeom prst="rect">
            <a:avLst/>
          </a:prstGeom>
        </p:spPr>
        <p:txBody>
          <a:bodyPr anchor="t" rtlCol="false" tIns="0" lIns="0" bIns="0" rIns="0">
            <a:spAutoFit/>
          </a:bodyPr>
          <a:lstStyle/>
          <a:p>
            <a:pPr algn="just">
              <a:lnSpc>
                <a:spcPts val="2055"/>
              </a:lnSpc>
            </a:pPr>
            <a:r>
              <a:rPr lang="en-US" sz="1903" spc="102">
                <a:solidFill>
                  <a:srgbClr val="000000"/>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8" id="8"/>
          <p:cNvSpPr txBox="true"/>
          <p:nvPr/>
        </p:nvSpPr>
        <p:spPr>
          <a:xfrm rot="0">
            <a:off x="8720828" y="6369101"/>
            <a:ext cx="6127155" cy="1572057"/>
          </a:xfrm>
          <a:prstGeom prst="rect">
            <a:avLst/>
          </a:prstGeom>
        </p:spPr>
        <p:txBody>
          <a:bodyPr anchor="t" rtlCol="false" tIns="0" lIns="0" bIns="0" rIns="0">
            <a:spAutoFit/>
          </a:bodyPr>
          <a:lstStyle/>
          <a:p>
            <a:pPr algn="just">
              <a:lnSpc>
                <a:spcPts val="2055"/>
              </a:lnSpc>
            </a:pPr>
            <a:r>
              <a:rPr lang="en-US" sz="1903" spc="102">
                <a:solidFill>
                  <a:srgbClr val="000000"/>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a:t>
            </a:r>
          </a:p>
        </p:txBody>
      </p:sp>
      <p:grpSp>
        <p:nvGrpSpPr>
          <p:cNvPr name="Group 9" id="9"/>
          <p:cNvGrpSpPr/>
          <p:nvPr/>
        </p:nvGrpSpPr>
        <p:grpSpPr>
          <a:xfrm rot="5400000">
            <a:off x="-3302281" y="2711178"/>
            <a:ext cx="42391962" cy="788601"/>
            <a:chOff x="0" y="0"/>
            <a:chExt cx="11164961" cy="207697"/>
          </a:xfrm>
        </p:grpSpPr>
        <p:sp>
          <p:nvSpPr>
            <p:cNvPr name="Freeform 10" id="10"/>
            <p:cNvSpPr/>
            <p:nvPr/>
          </p:nvSpPr>
          <p:spPr>
            <a:xfrm flipH="false" flipV="false" rot="0">
              <a:off x="0" y="0"/>
              <a:ext cx="11164961" cy="207697"/>
            </a:xfrm>
            <a:custGeom>
              <a:avLst/>
              <a:gdLst/>
              <a:ahLst/>
              <a:cxnLst/>
              <a:rect r="r" b="b" t="t" l="l"/>
              <a:pathLst>
                <a:path h="207697" w="11164961">
                  <a:moveTo>
                    <a:pt x="0" y="0"/>
                  </a:moveTo>
                  <a:lnTo>
                    <a:pt x="11164961" y="0"/>
                  </a:lnTo>
                  <a:lnTo>
                    <a:pt x="11164961" y="207697"/>
                  </a:lnTo>
                  <a:lnTo>
                    <a:pt x="0" y="207697"/>
                  </a:lnTo>
                  <a:close/>
                </a:path>
              </a:pathLst>
            </a:custGeom>
            <a:solidFill>
              <a:srgbClr val="FC0328"/>
            </a:solidFill>
          </p:spPr>
        </p:sp>
        <p:sp>
          <p:nvSpPr>
            <p:cNvPr name="TextBox 11" id="11"/>
            <p:cNvSpPr txBox="true"/>
            <p:nvPr/>
          </p:nvSpPr>
          <p:spPr>
            <a:xfrm>
              <a:off x="0" y="9525"/>
              <a:ext cx="11164961" cy="198172"/>
            </a:xfrm>
            <a:prstGeom prst="rect">
              <a:avLst/>
            </a:prstGeom>
          </p:spPr>
          <p:txBody>
            <a:bodyPr anchor="ctr" rtlCol="false" tIns="50800" lIns="50800" bIns="50800" rIns="50800"/>
            <a:lstStyle/>
            <a:p>
              <a:pPr algn="ctr">
                <a:lnSpc>
                  <a:spcPts val="2624"/>
                </a:lnSpc>
              </a:pPr>
            </a:p>
          </p:txBody>
        </p:sp>
      </p:grpSp>
      <p:sp>
        <p:nvSpPr>
          <p:cNvPr name="Freeform 12" id="12"/>
          <p:cNvSpPr/>
          <p:nvPr/>
        </p:nvSpPr>
        <p:spPr>
          <a:xfrm flipH="false" flipV="false" rot="0">
            <a:off x="-1200517" y="9115259"/>
            <a:ext cx="2978563" cy="1634486"/>
          </a:xfrm>
          <a:custGeom>
            <a:avLst/>
            <a:gdLst/>
            <a:ahLst/>
            <a:cxnLst/>
            <a:rect r="r" b="b" t="t" l="l"/>
            <a:pathLst>
              <a:path h="1634486" w="2978563">
                <a:moveTo>
                  <a:pt x="0" y="0"/>
                </a:moveTo>
                <a:lnTo>
                  <a:pt x="2978563" y="0"/>
                </a:lnTo>
                <a:lnTo>
                  <a:pt x="2978563" y="1634487"/>
                </a:lnTo>
                <a:lnTo>
                  <a:pt x="0" y="16344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7F7"/>
        </a:solidFill>
      </p:bgPr>
    </p:bg>
    <p:spTree>
      <p:nvGrpSpPr>
        <p:cNvPr id="1" name=""/>
        <p:cNvGrpSpPr/>
        <p:nvPr/>
      </p:nvGrpSpPr>
      <p:grpSpPr>
        <a:xfrm>
          <a:off x="0" y="0"/>
          <a:ext cx="0" cy="0"/>
          <a:chOff x="0" y="0"/>
          <a:chExt cx="0" cy="0"/>
        </a:xfrm>
      </p:grpSpPr>
      <p:grpSp>
        <p:nvGrpSpPr>
          <p:cNvPr name="Group 2" id="2"/>
          <p:cNvGrpSpPr/>
          <p:nvPr/>
        </p:nvGrpSpPr>
        <p:grpSpPr>
          <a:xfrm rot="0">
            <a:off x="-11002042" y="-134174"/>
            <a:ext cx="42391962" cy="788601"/>
            <a:chOff x="0" y="0"/>
            <a:chExt cx="11164961" cy="207697"/>
          </a:xfrm>
        </p:grpSpPr>
        <p:sp>
          <p:nvSpPr>
            <p:cNvPr name="Freeform 3" id="3"/>
            <p:cNvSpPr/>
            <p:nvPr/>
          </p:nvSpPr>
          <p:spPr>
            <a:xfrm flipH="false" flipV="false" rot="0">
              <a:off x="0" y="0"/>
              <a:ext cx="11164961" cy="207697"/>
            </a:xfrm>
            <a:custGeom>
              <a:avLst/>
              <a:gdLst/>
              <a:ahLst/>
              <a:cxnLst/>
              <a:rect r="r" b="b" t="t" l="l"/>
              <a:pathLst>
                <a:path h="207697" w="11164961">
                  <a:moveTo>
                    <a:pt x="0" y="0"/>
                  </a:moveTo>
                  <a:lnTo>
                    <a:pt x="11164961" y="0"/>
                  </a:lnTo>
                  <a:lnTo>
                    <a:pt x="11164961" y="207697"/>
                  </a:lnTo>
                  <a:lnTo>
                    <a:pt x="0" y="207697"/>
                  </a:lnTo>
                  <a:close/>
                </a:path>
              </a:pathLst>
            </a:custGeom>
            <a:solidFill>
              <a:srgbClr val="FC0328"/>
            </a:solidFill>
          </p:spPr>
        </p:sp>
        <p:sp>
          <p:nvSpPr>
            <p:cNvPr name="TextBox 4" id="4"/>
            <p:cNvSpPr txBox="true"/>
            <p:nvPr/>
          </p:nvSpPr>
          <p:spPr>
            <a:xfrm>
              <a:off x="0" y="9525"/>
              <a:ext cx="11164961" cy="198172"/>
            </a:xfrm>
            <a:prstGeom prst="rect">
              <a:avLst/>
            </a:prstGeom>
          </p:spPr>
          <p:txBody>
            <a:bodyPr anchor="ctr" rtlCol="false" tIns="50800" lIns="50800" bIns="50800" rIns="50800"/>
            <a:lstStyle/>
            <a:p>
              <a:pPr algn="ctr">
                <a:lnSpc>
                  <a:spcPts val="2624"/>
                </a:lnSpc>
              </a:pPr>
            </a:p>
          </p:txBody>
        </p:sp>
      </p:grpSp>
      <p:sp>
        <p:nvSpPr>
          <p:cNvPr name="Freeform 5" id="5"/>
          <p:cNvSpPr/>
          <p:nvPr/>
        </p:nvSpPr>
        <p:spPr>
          <a:xfrm flipH="false" flipV="false" rot="0">
            <a:off x="2122822" y="1347181"/>
            <a:ext cx="1139893" cy="990671"/>
          </a:xfrm>
          <a:custGeom>
            <a:avLst/>
            <a:gdLst/>
            <a:ahLst/>
            <a:cxnLst/>
            <a:rect r="r" b="b" t="t" l="l"/>
            <a:pathLst>
              <a:path h="990671" w="1139893">
                <a:moveTo>
                  <a:pt x="0" y="0"/>
                </a:moveTo>
                <a:lnTo>
                  <a:pt x="1139893" y="0"/>
                </a:lnTo>
                <a:lnTo>
                  <a:pt x="1139893" y="990671"/>
                </a:lnTo>
                <a:lnTo>
                  <a:pt x="0" y="9906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917498" y="2760421"/>
            <a:ext cx="5739373" cy="4584443"/>
          </a:xfrm>
          <a:custGeom>
            <a:avLst/>
            <a:gdLst/>
            <a:ahLst/>
            <a:cxnLst/>
            <a:rect r="r" b="b" t="t" l="l"/>
            <a:pathLst>
              <a:path h="4584443" w="5739373">
                <a:moveTo>
                  <a:pt x="0" y="0"/>
                </a:moveTo>
                <a:lnTo>
                  <a:pt x="5739372" y="0"/>
                </a:lnTo>
                <a:lnTo>
                  <a:pt x="5739372" y="4584443"/>
                </a:lnTo>
                <a:lnTo>
                  <a:pt x="0" y="45844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2122822" y="8757144"/>
            <a:ext cx="5756156" cy="374874"/>
          </a:xfrm>
          <a:prstGeom prst="rect">
            <a:avLst/>
          </a:prstGeom>
        </p:spPr>
        <p:txBody>
          <a:bodyPr anchor="t" rtlCol="false" tIns="0" lIns="0" bIns="0" rIns="0">
            <a:spAutoFit/>
          </a:bodyPr>
          <a:lstStyle/>
          <a:p>
            <a:pPr algn="l">
              <a:lnSpc>
                <a:spcPts val="2624"/>
              </a:lnSpc>
            </a:pPr>
            <a:r>
              <a:rPr lang="en-US" sz="2523">
                <a:solidFill>
                  <a:srgbClr val="FC0328"/>
                </a:solidFill>
                <a:latin typeface="Poppins"/>
                <a:ea typeface="Poppins"/>
                <a:cs typeface="Poppins"/>
                <a:sym typeface="Poppins"/>
              </a:rPr>
              <a:t>www.reallygreatsite.com</a:t>
            </a:r>
          </a:p>
        </p:txBody>
      </p:sp>
      <p:sp>
        <p:nvSpPr>
          <p:cNvPr name="TextBox 8" id="8"/>
          <p:cNvSpPr txBox="true"/>
          <p:nvPr/>
        </p:nvSpPr>
        <p:spPr>
          <a:xfrm rot="0">
            <a:off x="3599906" y="1533290"/>
            <a:ext cx="2485842" cy="707985"/>
          </a:xfrm>
          <a:prstGeom prst="rect">
            <a:avLst/>
          </a:prstGeom>
        </p:spPr>
        <p:txBody>
          <a:bodyPr anchor="t" rtlCol="false" tIns="0" lIns="0" bIns="0" rIns="0">
            <a:spAutoFit/>
          </a:bodyPr>
          <a:lstStyle/>
          <a:p>
            <a:pPr algn="l">
              <a:lnSpc>
                <a:spcPts val="2624"/>
              </a:lnSpc>
            </a:pPr>
            <a:r>
              <a:rPr lang="en-US" sz="2523">
                <a:solidFill>
                  <a:srgbClr val="FC0328"/>
                </a:solidFill>
                <a:latin typeface="Poppins"/>
                <a:ea typeface="Poppins"/>
                <a:cs typeface="Poppins"/>
                <a:sym typeface="Poppins"/>
              </a:rPr>
              <a:t>Thynk Unlimited</a:t>
            </a:r>
          </a:p>
        </p:txBody>
      </p:sp>
      <p:sp>
        <p:nvSpPr>
          <p:cNvPr name="TextBox 9" id="9"/>
          <p:cNvSpPr txBox="true"/>
          <p:nvPr/>
        </p:nvSpPr>
        <p:spPr>
          <a:xfrm rot="0">
            <a:off x="2306373" y="4048136"/>
            <a:ext cx="5695690" cy="1500223"/>
          </a:xfrm>
          <a:prstGeom prst="rect">
            <a:avLst/>
          </a:prstGeom>
        </p:spPr>
        <p:txBody>
          <a:bodyPr anchor="t" rtlCol="false" tIns="0" lIns="0" bIns="0" rIns="0">
            <a:spAutoFit/>
          </a:bodyPr>
          <a:lstStyle/>
          <a:p>
            <a:pPr algn="l">
              <a:lnSpc>
                <a:spcPts val="5608"/>
              </a:lnSpc>
            </a:pPr>
            <a:r>
              <a:rPr lang="en-US" sz="5392" b="true">
                <a:solidFill>
                  <a:srgbClr val="FC0328"/>
                </a:solidFill>
                <a:latin typeface="Poppins Bold"/>
                <a:ea typeface="Poppins Bold"/>
                <a:cs typeface="Poppins Bold"/>
                <a:sym typeface="Poppins Bold"/>
              </a:rPr>
              <a:t>Social Media Engagement</a:t>
            </a:r>
          </a:p>
        </p:txBody>
      </p:sp>
      <p:sp>
        <p:nvSpPr>
          <p:cNvPr name="TextBox 10" id="10"/>
          <p:cNvSpPr txBox="true"/>
          <p:nvPr/>
        </p:nvSpPr>
        <p:spPr>
          <a:xfrm rot="0">
            <a:off x="10102759" y="7836466"/>
            <a:ext cx="1049939" cy="355985"/>
          </a:xfrm>
          <a:prstGeom prst="rect">
            <a:avLst/>
          </a:prstGeom>
        </p:spPr>
        <p:txBody>
          <a:bodyPr anchor="t" rtlCol="false" tIns="0" lIns="0" bIns="0" rIns="0">
            <a:spAutoFit/>
          </a:bodyPr>
          <a:lstStyle/>
          <a:p>
            <a:pPr algn="l">
              <a:lnSpc>
                <a:spcPts val="2582"/>
              </a:lnSpc>
            </a:pPr>
            <a:r>
              <a:rPr lang="en-US" sz="2483" b="true">
                <a:solidFill>
                  <a:srgbClr val="FC0328"/>
                </a:solidFill>
                <a:latin typeface="Poppins Bold"/>
                <a:ea typeface="Poppins Bold"/>
                <a:cs typeface="Poppins Bold"/>
                <a:sym typeface="Poppins Bold"/>
              </a:rPr>
              <a:t>2019</a:t>
            </a:r>
          </a:p>
        </p:txBody>
      </p:sp>
      <p:sp>
        <p:nvSpPr>
          <p:cNvPr name="TextBox 11" id="11"/>
          <p:cNvSpPr txBox="true"/>
          <p:nvPr/>
        </p:nvSpPr>
        <p:spPr>
          <a:xfrm rot="0">
            <a:off x="14606932" y="7836466"/>
            <a:ext cx="1049939" cy="355257"/>
          </a:xfrm>
          <a:prstGeom prst="rect">
            <a:avLst/>
          </a:prstGeom>
        </p:spPr>
        <p:txBody>
          <a:bodyPr anchor="t" rtlCol="false" tIns="0" lIns="0" bIns="0" rIns="0">
            <a:spAutoFit/>
          </a:bodyPr>
          <a:lstStyle/>
          <a:p>
            <a:pPr algn="r">
              <a:lnSpc>
                <a:spcPts val="2582"/>
              </a:lnSpc>
            </a:pPr>
            <a:r>
              <a:rPr lang="en-US" sz="2483" b="true">
                <a:solidFill>
                  <a:srgbClr val="FC0328"/>
                </a:solidFill>
                <a:latin typeface="Poppins Bold"/>
                <a:ea typeface="Poppins Bold"/>
                <a:cs typeface="Poppins Bold"/>
                <a:sym typeface="Poppins Bold"/>
              </a:rPr>
              <a:t>2024</a:t>
            </a:r>
          </a:p>
        </p:txBody>
      </p:sp>
      <p:sp>
        <p:nvSpPr>
          <p:cNvPr name="TextBox 12" id="12"/>
          <p:cNvSpPr txBox="true"/>
          <p:nvPr/>
        </p:nvSpPr>
        <p:spPr>
          <a:xfrm rot="0">
            <a:off x="2306373" y="5998678"/>
            <a:ext cx="4433618" cy="1314882"/>
          </a:xfrm>
          <a:prstGeom prst="rect">
            <a:avLst/>
          </a:prstGeom>
        </p:spPr>
        <p:txBody>
          <a:bodyPr anchor="t" rtlCol="false" tIns="0" lIns="0" bIns="0" rIns="0">
            <a:spAutoFit/>
          </a:bodyPr>
          <a:lstStyle/>
          <a:p>
            <a:pPr algn="just">
              <a:lnSpc>
                <a:spcPts val="2055"/>
              </a:lnSpc>
            </a:pPr>
            <a:r>
              <a:rPr lang="en-US" sz="1903" spc="102">
                <a:solidFill>
                  <a:srgbClr val="000000"/>
                </a:solidFill>
                <a:latin typeface="Poppins"/>
                <a:ea typeface="Poppins"/>
                <a:cs typeface="Poppins"/>
                <a:sym typeface="Poppins"/>
              </a:rPr>
              <a:t>Lorem ipsum dolor sit amet, consectetur adipiscing elit, sed do eiusmod tempor incididunt ut labore et dolore magna aliqua. Ut enim ad minim veniam</a:t>
            </a:r>
          </a:p>
        </p:txBody>
      </p:sp>
      <p:sp>
        <p:nvSpPr>
          <p:cNvPr name="Freeform 13" id="13"/>
          <p:cNvSpPr/>
          <p:nvPr/>
        </p:nvSpPr>
        <p:spPr>
          <a:xfrm flipH="false" flipV="false" rot="0">
            <a:off x="16404418" y="9068146"/>
            <a:ext cx="2978563" cy="1634486"/>
          </a:xfrm>
          <a:custGeom>
            <a:avLst/>
            <a:gdLst/>
            <a:ahLst/>
            <a:cxnLst/>
            <a:rect r="r" b="b" t="t" l="l"/>
            <a:pathLst>
              <a:path h="1634486" w="2978563">
                <a:moveTo>
                  <a:pt x="0" y="0"/>
                </a:moveTo>
                <a:lnTo>
                  <a:pt x="2978563" y="0"/>
                </a:lnTo>
                <a:lnTo>
                  <a:pt x="2978563" y="1634486"/>
                </a:lnTo>
                <a:lnTo>
                  <a:pt x="0" y="16344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7F7"/>
        </a:solidFill>
      </p:bgPr>
    </p:bg>
    <p:spTree>
      <p:nvGrpSpPr>
        <p:cNvPr id="1" name=""/>
        <p:cNvGrpSpPr/>
        <p:nvPr/>
      </p:nvGrpSpPr>
      <p:grpSpPr>
        <a:xfrm>
          <a:off x="0" y="0"/>
          <a:ext cx="0" cy="0"/>
          <a:chOff x="0" y="0"/>
          <a:chExt cx="0" cy="0"/>
        </a:xfrm>
      </p:grpSpPr>
      <p:sp>
        <p:nvSpPr>
          <p:cNvPr name="Freeform 2" id="2"/>
          <p:cNvSpPr/>
          <p:nvPr/>
        </p:nvSpPr>
        <p:spPr>
          <a:xfrm flipH="false" flipV="false" rot="0">
            <a:off x="2122822" y="1347181"/>
            <a:ext cx="1139893" cy="990671"/>
          </a:xfrm>
          <a:custGeom>
            <a:avLst/>
            <a:gdLst/>
            <a:ahLst/>
            <a:cxnLst/>
            <a:rect r="r" b="b" t="t" l="l"/>
            <a:pathLst>
              <a:path h="990671" w="1139893">
                <a:moveTo>
                  <a:pt x="0" y="0"/>
                </a:moveTo>
                <a:lnTo>
                  <a:pt x="1139893" y="0"/>
                </a:lnTo>
                <a:lnTo>
                  <a:pt x="1139893" y="990671"/>
                </a:lnTo>
                <a:lnTo>
                  <a:pt x="0" y="9906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944047" y="2976464"/>
            <a:ext cx="4655741" cy="4334072"/>
          </a:xfrm>
          <a:custGeom>
            <a:avLst/>
            <a:gdLst/>
            <a:ahLst/>
            <a:cxnLst/>
            <a:rect r="r" b="b" t="t" l="l"/>
            <a:pathLst>
              <a:path h="4334072" w="4655741">
                <a:moveTo>
                  <a:pt x="0" y="0"/>
                </a:moveTo>
                <a:lnTo>
                  <a:pt x="4655742" y="0"/>
                </a:lnTo>
                <a:lnTo>
                  <a:pt x="4655742" y="4334072"/>
                </a:lnTo>
                <a:lnTo>
                  <a:pt x="0" y="43340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122822" y="4053024"/>
            <a:ext cx="5695690" cy="1500223"/>
          </a:xfrm>
          <a:prstGeom prst="rect">
            <a:avLst/>
          </a:prstGeom>
        </p:spPr>
        <p:txBody>
          <a:bodyPr anchor="t" rtlCol="false" tIns="0" lIns="0" bIns="0" rIns="0">
            <a:spAutoFit/>
          </a:bodyPr>
          <a:lstStyle/>
          <a:p>
            <a:pPr algn="l">
              <a:lnSpc>
                <a:spcPts val="5608"/>
              </a:lnSpc>
            </a:pPr>
            <a:r>
              <a:rPr lang="en-US" sz="5392" b="true">
                <a:solidFill>
                  <a:srgbClr val="FC0328"/>
                </a:solidFill>
                <a:latin typeface="Poppins Bold"/>
                <a:ea typeface="Poppins Bold"/>
                <a:cs typeface="Poppins Bold"/>
                <a:sym typeface="Poppins Bold"/>
              </a:rPr>
              <a:t>Customer Retention Rate</a:t>
            </a:r>
          </a:p>
        </p:txBody>
      </p:sp>
      <p:sp>
        <p:nvSpPr>
          <p:cNvPr name="TextBox 5" id="5"/>
          <p:cNvSpPr txBox="true"/>
          <p:nvPr/>
        </p:nvSpPr>
        <p:spPr>
          <a:xfrm rot="0">
            <a:off x="2122822" y="5897213"/>
            <a:ext cx="5071444" cy="1314882"/>
          </a:xfrm>
          <a:prstGeom prst="rect">
            <a:avLst/>
          </a:prstGeom>
        </p:spPr>
        <p:txBody>
          <a:bodyPr anchor="t" rtlCol="false" tIns="0" lIns="0" bIns="0" rIns="0">
            <a:spAutoFit/>
          </a:bodyPr>
          <a:lstStyle/>
          <a:p>
            <a:pPr algn="just">
              <a:lnSpc>
                <a:spcPts val="2055"/>
              </a:lnSpc>
            </a:pPr>
            <a:r>
              <a:rPr lang="en-US" sz="1903" spc="102">
                <a:solidFill>
                  <a:srgbClr val="000000"/>
                </a:solidFill>
                <a:latin typeface="Poppins"/>
                <a:ea typeface="Poppins"/>
                <a:cs typeface="Poppins"/>
                <a:sym typeface="Poppins"/>
              </a:rPr>
              <a:t>Lorem ipsum dolor sit amet, consectetur adipiscing elit, sed do eiusmod tempor incididunt ut labore et dolore magna aliqua. Ut enim ad minim veniam</a:t>
            </a:r>
          </a:p>
        </p:txBody>
      </p:sp>
      <p:sp>
        <p:nvSpPr>
          <p:cNvPr name="TextBox 6" id="6"/>
          <p:cNvSpPr txBox="true"/>
          <p:nvPr/>
        </p:nvSpPr>
        <p:spPr>
          <a:xfrm rot="0">
            <a:off x="2122822" y="8757144"/>
            <a:ext cx="5756156" cy="374874"/>
          </a:xfrm>
          <a:prstGeom prst="rect">
            <a:avLst/>
          </a:prstGeom>
        </p:spPr>
        <p:txBody>
          <a:bodyPr anchor="t" rtlCol="false" tIns="0" lIns="0" bIns="0" rIns="0">
            <a:spAutoFit/>
          </a:bodyPr>
          <a:lstStyle/>
          <a:p>
            <a:pPr algn="l">
              <a:lnSpc>
                <a:spcPts val="2624"/>
              </a:lnSpc>
            </a:pPr>
            <a:r>
              <a:rPr lang="en-US" sz="2523">
                <a:solidFill>
                  <a:srgbClr val="FC0328"/>
                </a:solidFill>
                <a:latin typeface="Poppins"/>
                <a:ea typeface="Poppins"/>
                <a:cs typeface="Poppins"/>
                <a:sym typeface="Poppins"/>
              </a:rPr>
              <a:t>www.reallygreatsite.com</a:t>
            </a:r>
          </a:p>
        </p:txBody>
      </p:sp>
      <p:sp>
        <p:nvSpPr>
          <p:cNvPr name="TextBox 7" id="7"/>
          <p:cNvSpPr txBox="true"/>
          <p:nvPr/>
        </p:nvSpPr>
        <p:spPr>
          <a:xfrm rot="0">
            <a:off x="3599906" y="1533290"/>
            <a:ext cx="2485842" cy="707985"/>
          </a:xfrm>
          <a:prstGeom prst="rect">
            <a:avLst/>
          </a:prstGeom>
        </p:spPr>
        <p:txBody>
          <a:bodyPr anchor="t" rtlCol="false" tIns="0" lIns="0" bIns="0" rIns="0">
            <a:spAutoFit/>
          </a:bodyPr>
          <a:lstStyle/>
          <a:p>
            <a:pPr algn="l">
              <a:lnSpc>
                <a:spcPts val="2624"/>
              </a:lnSpc>
            </a:pPr>
            <a:r>
              <a:rPr lang="en-US" sz="2523">
                <a:solidFill>
                  <a:srgbClr val="FC0328"/>
                </a:solidFill>
                <a:latin typeface="Poppins"/>
                <a:ea typeface="Poppins"/>
                <a:cs typeface="Poppins"/>
                <a:sym typeface="Poppins"/>
              </a:rPr>
              <a:t>Thynk Unlimited</a:t>
            </a:r>
          </a:p>
        </p:txBody>
      </p:sp>
      <p:sp>
        <p:nvSpPr>
          <p:cNvPr name="TextBox 8" id="8"/>
          <p:cNvSpPr txBox="true"/>
          <p:nvPr/>
        </p:nvSpPr>
        <p:spPr>
          <a:xfrm rot="0">
            <a:off x="12271918" y="3420279"/>
            <a:ext cx="4099216" cy="567094"/>
          </a:xfrm>
          <a:prstGeom prst="rect">
            <a:avLst/>
          </a:prstGeom>
        </p:spPr>
        <p:txBody>
          <a:bodyPr anchor="t" rtlCol="false" tIns="0" lIns="0" bIns="0" rIns="0">
            <a:spAutoFit/>
          </a:bodyPr>
          <a:lstStyle/>
          <a:p>
            <a:pPr algn="ctr">
              <a:lnSpc>
                <a:spcPts val="4036"/>
              </a:lnSpc>
            </a:pPr>
            <a:r>
              <a:rPr lang="en-US" sz="3880" b="true">
                <a:solidFill>
                  <a:srgbClr val="FC0328"/>
                </a:solidFill>
                <a:latin typeface="Poppins Bold"/>
                <a:ea typeface="Poppins Bold"/>
                <a:cs typeface="Poppins Bold"/>
                <a:sym typeface="Poppins Bold"/>
              </a:rPr>
              <a:t>80%</a:t>
            </a:r>
          </a:p>
        </p:txBody>
      </p:sp>
      <p:sp>
        <p:nvSpPr>
          <p:cNvPr name="TextBox 9" id="9"/>
          <p:cNvSpPr txBox="true"/>
          <p:nvPr/>
        </p:nvSpPr>
        <p:spPr>
          <a:xfrm rot="0">
            <a:off x="13027485" y="4869478"/>
            <a:ext cx="4099216" cy="567094"/>
          </a:xfrm>
          <a:prstGeom prst="rect">
            <a:avLst/>
          </a:prstGeom>
        </p:spPr>
        <p:txBody>
          <a:bodyPr anchor="t" rtlCol="false" tIns="0" lIns="0" bIns="0" rIns="0">
            <a:spAutoFit/>
          </a:bodyPr>
          <a:lstStyle/>
          <a:p>
            <a:pPr algn="ctr">
              <a:lnSpc>
                <a:spcPts val="4036"/>
              </a:lnSpc>
            </a:pPr>
            <a:r>
              <a:rPr lang="en-US" sz="3880" b="true">
                <a:solidFill>
                  <a:srgbClr val="FC0328"/>
                </a:solidFill>
                <a:latin typeface="Poppins Bold"/>
                <a:ea typeface="Poppins Bold"/>
                <a:cs typeface="Poppins Bold"/>
                <a:sym typeface="Poppins Bold"/>
              </a:rPr>
              <a:t>60%</a:t>
            </a:r>
          </a:p>
        </p:txBody>
      </p:sp>
      <p:sp>
        <p:nvSpPr>
          <p:cNvPr name="TextBox 10" id="10"/>
          <p:cNvSpPr txBox="true"/>
          <p:nvPr/>
        </p:nvSpPr>
        <p:spPr>
          <a:xfrm rot="0">
            <a:off x="13666083" y="6501935"/>
            <a:ext cx="4099216" cy="567094"/>
          </a:xfrm>
          <a:prstGeom prst="rect">
            <a:avLst/>
          </a:prstGeom>
        </p:spPr>
        <p:txBody>
          <a:bodyPr anchor="t" rtlCol="false" tIns="0" lIns="0" bIns="0" rIns="0">
            <a:spAutoFit/>
          </a:bodyPr>
          <a:lstStyle/>
          <a:p>
            <a:pPr algn="ctr">
              <a:lnSpc>
                <a:spcPts val="4036"/>
              </a:lnSpc>
            </a:pPr>
            <a:r>
              <a:rPr lang="en-US" sz="3880" b="true">
                <a:solidFill>
                  <a:srgbClr val="FC0328"/>
                </a:solidFill>
                <a:latin typeface="Poppins Bold"/>
                <a:ea typeface="Poppins Bold"/>
                <a:cs typeface="Poppins Bold"/>
                <a:sym typeface="Poppins Bold"/>
              </a:rPr>
              <a:t>30%</a:t>
            </a:r>
          </a:p>
        </p:txBody>
      </p:sp>
      <p:grpSp>
        <p:nvGrpSpPr>
          <p:cNvPr name="Group 11" id="11"/>
          <p:cNvGrpSpPr/>
          <p:nvPr/>
        </p:nvGrpSpPr>
        <p:grpSpPr>
          <a:xfrm rot="-5399999">
            <a:off x="-20801680" y="3300001"/>
            <a:ext cx="42391962" cy="788601"/>
            <a:chOff x="0" y="0"/>
            <a:chExt cx="11164961" cy="207697"/>
          </a:xfrm>
        </p:grpSpPr>
        <p:sp>
          <p:nvSpPr>
            <p:cNvPr name="Freeform 12" id="12"/>
            <p:cNvSpPr/>
            <p:nvPr/>
          </p:nvSpPr>
          <p:spPr>
            <a:xfrm flipH="false" flipV="false" rot="0">
              <a:off x="0" y="0"/>
              <a:ext cx="11164961" cy="207697"/>
            </a:xfrm>
            <a:custGeom>
              <a:avLst/>
              <a:gdLst/>
              <a:ahLst/>
              <a:cxnLst/>
              <a:rect r="r" b="b" t="t" l="l"/>
              <a:pathLst>
                <a:path h="207697" w="11164961">
                  <a:moveTo>
                    <a:pt x="0" y="0"/>
                  </a:moveTo>
                  <a:lnTo>
                    <a:pt x="11164961" y="0"/>
                  </a:lnTo>
                  <a:lnTo>
                    <a:pt x="11164961" y="207697"/>
                  </a:lnTo>
                  <a:lnTo>
                    <a:pt x="0" y="207697"/>
                  </a:lnTo>
                  <a:close/>
                </a:path>
              </a:pathLst>
            </a:custGeom>
            <a:solidFill>
              <a:srgbClr val="FC0328"/>
            </a:solidFill>
          </p:spPr>
        </p:sp>
        <p:sp>
          <p:nvSpPr>
            <p:cNvPr name="TextBox 13" id="13"/>
            <p:cNvSpPr txBox="true"/>
            <p:nvPr/>
          </p:nvSpPr>
          <p:spPr>
            <a:xfrm>
              <a:off x="0" y="9525"/>
              <a:ext cx="11164961" cy="198172"/>
            </a:xfrm>
            <a:prstGeom prst="rect">
              <a:avLst/>
            </a:prstGeom>
          </p:spPr>
          <p:txBody>
            <a:bodyPr anchor="ctr" rtlCol="false" tIns="50800" lIns="50800" bIns="50800" rIns="50800"/>
            <a:lstStyle/>
            <a:p>
              <a:pPr algn="ctr">
                <a:lnSpc>
                  <a:spcPts val="2624"/>
                </a:lnSpc>
              </a:pPr>
            </a:p>
          </p:txBody>
        </p:sp>
      </p:grpSp>
      <p:sp>
        <p:nvSpPr>
          <p:cNvPr name="Freeform 14" id="14"/>
          <p:cNvSpPr/>
          <p:nvPr/>
        </p:nvSpPr>
        <p:spPr>
          <a:xfrm flipH="false" flipV="false" rot="0">
            <a:off x="15770019" y="0"/>
            <a:ext cx="2978563" cy="1634486"/>
          </a:xfrm>
          <a:custGeom>
            <a:avLst/>
            <a:gdLst/>
            <a:ahLst/>
            <a:cxnLst/>
            <a:rect r="r" b="b" t="t" l="l"/>
            <a:pathLst>
              <a:path h="1634486" w="2978563">
                <a:moveTo>
                  <a:pt x="0" y="0"/>
                </a:moveTo>
                <a:lnTo>
                  <a:pt x="2978562" y="0"/>
                </a:lnTo>
                <a:lnTo>
                  <a:pt x="2978562" y="1634486"/>
                </a:lnTo>
                <a:lnTo>
                  <a:pt x="0" y="16344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7F7"/>
        </a:solidFill>
      </p:bgPr>
    </p:bg>
    <p:spTree>
      <p:nvGrpSpPr>
        <p:cNvPr id="1" name=""/>
        <p:cNvGrpSpPr/>
        <p:nvPr/>
      </p:nvGrpSpPr>
      <p:grpSpPr>
        <a:xfrm>
          <a:off x="0" y="0"/>
          <a:ext cx="0" cy="0"/>
          <a:chOff x="0" y="0"/>
          <a:chExt cx="0" cy="0"/>
        </a:xfrm>
      </p:grpSpPr>
      <p:sp>
        <p:nvSpPr>
          <p:cNvPr name="Freeform 2" id="2"/>
          <p:cNvSpPr/>
          <p:nvPr/>
        </p:nvSpPr>
        <p:spPr>
          <a:xfrm flipH="false" flipV="false" rot="0">
            <a:off x="2122822" y="1108947"/>
            <a:ext cx="1139893" cy="990671"/>
          </a:xfrm>
          <a:custGeom>
            <a:avLst/>
            <a:gdLst/>
            <a:ahLst/>
            <a:cxnLst/>
            <a:rect r="r" b="b" t="t" l="l"/>
            <a:pathLst>
              <a:path h="990671" w="1139893">
                <a:moveTo>
                  <a:pt x="0" y="0"/>
                </a:moveTo>
                <a:lnTo>
                  <a:pt x="1139893" y="0"/>
                </a:lnTo>
                <a:lnTo>
                  <a:pt x="1139893" y="990671"/>
                </a:lnTo>
                <a:lnTo>
                  <a:pt x="0" y="9906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159215" y="1876195"/>
            <a:ext cx="6108393" cy="5908482"/>
          </a:xfrm>
          <a:custGeom>
            <a:avLst/>
            <a:gdLst/>
            <a:ahLst/>
            <a:cxnLst/>
            <a:rect r="r" b="b" t="t" l="l"/>
            <a:pathLst>
              <a:path h="5908482" w="6108393">
                <a:moveTo>
                  <a:pt x="0" y="0"/>
                </a:moveTo>
                <a:lnTo>
                  <a:pt x="6108393" y="0"/>
                </a:lnTo>
                <a:lnTo>
                  <a:pt x="6108393" y="5908482"/>
                </a:lnTo>
                <a:lnTo>
                  <a:pt x="0" y="5908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122822" y="2969623"/>
            <a:ext cx="5695690" cy="795373"/>
          </a:xfrm>
          <a:prstGeom prst="rect">
            <a:avLst/>
          </a:prstGeom>
        </p:spPr>
        <p:txBody>
          <a:bodyPr anchor="t" rtlCol="false" tIns="0" lIns="0" bIns="0" rIns="0">
            <a:spAutoFit/>
          </a:bodyPr>
          <a:lstStyle/>
          <a:p>
            <a:pPr algn="l">
              <a:lnSpc>
                <a:spcPts val="5608"/>
              </a:lnSpc>
            </a:pPr>
            <a:r>
              <a:rPr lang="en-US" sz="5392" b="true">
                <a:solidFill>
                  <a:srgbClr val="FC0328"/>
                </a:solidFill>
                <a:latin typeface="Poppins Bold"/>
                <a:ea typeface="Poppins Bold"/>
                <a:cs typeface="Poppins Bold"/>
                <a:sym typeface="Poppins Bold"/>
              </a:rPr>
              <a:t>Project Timeline</a:t>
            </a:r>
          </a:p>
        </p:txBody>
      </p:sp>
      <p:sp>
        <p:nvSpPr>
          <p:cNvPr name="TextBox 5" id="5"/>
          <p:cNvSpPr txBox="true"/>
          <p:nvPr/>
        </p:nvSpPr>
        <p:spPr>
          <a:xfrm rot="0">
            <a:off x="2122822" y="4508251"/>
            <a:ext cx="6127155" cy="1057707"/>
          </a:xfrm>
          <a:prstGeom prst="rect">
            <a:avLst/>
          </a:prstGeom>
        </p:spPr>
        <p:txBody>
          <a:bodyPr anchor="t" rtlCol="false" tIns="0" lIns="0" bIns="0" rIns="0">
            <a:spAutoFit/>
          </a:bodyPr>
          <a:lstStyle/>
          <a:p>
            <a:pPr algn="just">
              <a:lnSpc>
                <a:spcPts val="2055"/>
              </a:lnSpc>
            </a:pPr>
            <a:r>
              <a:rPr lang="en-US" sz="1903" spc="102">
                <a:solidFill>
                  <a:srgbClr val="000000"/>
                </a:solidFill>
                <a:latin typeface="Poppins"/>
                <a:ea typeface="Poppins"/>
                <a:cs typeface="Poppins"/>
                <a:sym typeface="Poppins"/>
              </a:rPr>
              <a:t>Lorem ipsum dolor sit amet, consectetur adipiscing elit, sed do eiusmod tempor incididunt ut labore et dolore magna aliqua. Ut enim ad minim veniam</a:t>
            </a:r>
          </a:p>
        </p:txBody>
      </p:sp>
      <p:sp>
        <p:nvSpPr>
          <p:cNvPr name="TextBox 6" id="6"/>
          <p:cNvSpPr txBox="true"/>
          <p:nvPr/>
        </p:nvSpPr>
        <p:spPr>
          <a:xfrm rot="0">
            <a:off x="2122822" y="8518910"/>
            <a:ext cx="5756156" cy="374874"/>
          </a:xfrm>
          <a:prstGeom prst="rect">
            <a:avLst/>
          </a:prstGeom>
        </p:spPr>
        <p:txBody>
          <a:bodyPr anchor="t" rtlCol="false" tIns="0" lIns="0" bIns="0" rIns="0">
            <a:spAutoFit/>
          </a:bodyPr>
          <a:lstStyle/>
          <a:p>
            <a:pPr algn="l">
              <a:lnSpc>
                <a:spcPts val="2624"/>
              </a:lnSpc>
            </a:pPr>
            <a:r>
              <a:rPr lang="en-US" sz="2523">
                <a:solidFill>
                  <a:srgbClr val="000000"/>
                </a:solidFill>
                <a:latin typeface="Poppins"/>
                <a:ea typeface="Poppins"/>
                <a:cs typeface="Poppins"/>
                <a:sym typeface="Poppins"/>
              </a:rPr>
              <a:t>www.reallygreatsite.com</a:t>
            </a:r>
          </a:p>
        </p:txBody>
      </p:sp>
      <p:sp>
        <p:nvSpPr>
          <p:cNvPr name="TextBox 7" id="7"/>
          <p:cNvSpPr txBox="true"/>
          <p:nvPr/>
        </p:nvSpPr>
        <p:spPr>
          <a:xfrm rot="0">
            <a:off x="3599906" y="1295055"/>
            <a:ext cx="2485842" cy="707985"/>
          </a:xfrm>
          <a:prstGeom prst="rect">
            <a:avLst/>
          </a:prstGeom>
        </p:spPr>
        <p:txBody>
          <a:bodyPr anchor="t" rtlCol="false" tIns="0" lIns="0" bIns="0" rIns="0">
            <a:spAutoFit/>
          </a:bodyPr>
          <a:lstStyle/>
          <a:p>
            <a:pPr algn="l">
              <a:lnSpc>
                <a:spcPts val="2624"/>
              </a:lnSpc>
            </a:pPr>
            <a:r>
              <a:rPr lang="en-US" sz="2523">
                <a:solidFill>
                  <a:srgbClr val="FC0328"/>
                </a:solidFill>
                <a:latin typeface="Poppins"/>
                <a:ea typeface="Poppins"/>
                <a:cs typeface="Poppins"/>
                <a:sym typeface="Poppins"/>
              </a:rPr>
              <a:t>Thynk Unlimited</a:t>
            </a:r>
          </a:p>
        </p:txBody>
      </p:sp>
      <p:sp>
        <p:nvSpPr>
          <p:cNvPr name="TextBox 8" id="8"/>
          <p:cNvSpPr txBox="true"/>
          <p:nvPr/>
        </p:nvSpPr>
        <p:spPr>
          <a:xfrm rot="0">
            <a:off x="2122822" y="4070519"/>
            <a:ext cx="2182471" cy="317665"/>
          </a:xfrm>
          <a:prstGeom prst="rect">
            <a:avLst/>
          </a:prstGeom>
        </p:spPr>
        <p:txBody>
          <a:bodyPr anchor="t" rtlCol="false" tIns="0" lIns="0" bIns="0" rIns="0">
            <a:spAutoFit/>
          </a:bodyPr>
          <a:lstStyle/>
          <a:p>
            <a:pPr algn="l">
              <a:lnSpc>
                <a:spcPts val="2384"/>
              </a:lnSpc>
            </a:pPr>
            <a:r>
              <a:rPr lang="en-US" sz="2292" b="true">
                <a:solidFill>
                  <a:srgbClr val="FC0328"/>
                </a:solidFill>
                <a:latin typeface="Poppins Bold"/>
                <a:ea typeface="Poppins Bold"/>
                <a:cs typeface="Poppins Bold"/>
                <a:sym typeface="Poppins Bold"/>
              </a:rPr>
              <a:t>Project - 01</a:t>
            </a:r>
          </a:p>
        </p:txBody>
      </p:sp>
      <p:sp>
        <p:nvSpPr>
          <p:cNvPr name="TextBox 9" id="9"/>
          <p:cNvSpPr txBox="true"/>
          <p:nvPr/>
        </p:nvSpPr>
        <p:spPr>
          <a:xfrm rot="0">
            <a:off x="2122822" y="6484518"/>
            <a:ext cx="6127155" cy="1057707"/>
          </a:xfrm>
          <a:prstGeom prst="rect">
            <a:avLst/>
          </a:prstGeom>
        </p:spPr>
        <p:txBody>
          <a:bodyPr anchor="t" rtlCol="false" tIns="0" lIns="0" bIns="0" rIns="0">
            <a:spAutoFit/>
          </a:bodyPr>
          <a:lstStyle/>
          <a:p>
            <a:pPr algn="just">
              <a:lnSpc>
                <a:spcPts val="2055"/>
              </a:lnSpc>
            </a:pPr>
            <a:r>
              <a:rPr lang="en-US" sz="1903" spc="102">
                <a:solidFill>
                  <a:srgbClr val="000000"/>
                </a:solidFill>
                <a:latin typeface="Poppins"/>
                <a:ea typeface="Poppins"/>
                <a:cs typeface="Poppins"/>
                <a:sym typeface="Poppins"/>
              </a:rPr>
              <a:t>Lorem ipsum dolor sit amet, consectetur adipiscing elit, sed do eiusmod tempor incididunt ut labore et dolore magna aliqua. Ut enim ad minim veniam</a:t>
            </a:r>
          </a:p>
        </p:txBody>
      </p:sp>
      <p:sp>
        <p:nvSpPr>
          <p:cNvPr name="TextBox 10" id="10"/>
          <p:cNvSpPr txBox="true"/>
          <p:nvPr/>
        </p:nvSpPr>
        <p:spPr>
          <a:xfrm rot="0">
            <a:off x="2122822" y="6046787"/>
            <a:ext cx="2182471" cy="317665"/>
          </a:xfrm>
          <a:prstGeom prst="rect">
            <a:avLst/>
          </a:prstGeom>
        </p:spPr>
        <p:txBody>
          <a:bodyPr anchor="t" rtlCol="false" tIns="0" lIns="0" bIns="0" rIns="0">
            <a:spAutoFit/>
          </a:bodyPr>
          <a:lstStyle/>
          <a:p>
            <a:pPr algn="l">
              <a:lnSpc>
                <a:spcPts val="2384"/>
              </a:lnSpc>
            </a:pPr>
            <a:r>
              <a:rPr lang="en-US" sz="2292" b="true">
                <a:solidFill>
                  <a:srgbClr val="FC0328"/>
                </a:solidFill>
                <a:latin typeface="Poppins Bold"/>
                <a:ea typeface="Poppins Bold"/>
                <a:cs typeface="Poppins Bold"/>
                <a:sym typeface="Poppins Bold"/>
              </a:rPr>
              <a:t>Project - 02</a:t>
            </a:r>
          </a:p>
        </p:txBody>
      </p:sp>
      <p:sp>
        <p:nvSpPr>
          <p:cNvPr name="TextBox 11" id="11"/>
          <p:cNvSpPr txBox="true"/>
          <p:nvPr/>
        </p:nvSpPr>
        <p:spPr>
          <a:xfrm rot="0">
            <a:off x="15878200" y="4859011"/>
            <a:ext cx="2182471" cy="313283"/>
          </a:xfrm>
          <a:prstGeom prst="rect">
            <a:avLst/>
          </a:prstGeom>
        </p:spPr>
        <p:txBody>
          <a:bodyPr anchor="t" rtlCol="false" tIns="0" lIns="0" bIns="0" rIns="0">
            <a:spAutoFit/>
          </a:bodyPr>
          <a:lstStyle/>
          <a:p>
            <a:pPr algn="ctr">
              <a:lnSpc>
                <a:spcPts val="2384"/>
              </a:lnSpc>
            </a:pPr>
            <a:r>
              <a:rPr lang="en-US" sz="2292" b="true">
                <a:solidFill>
                  <a:srgbClr val="FC0328"/>
                </a:solidFill>
                <a:latin typeface="Poppins Bold"/>
                <a:ea typeface="Poppins Bold"/>
                <a:cs typeface="Poppins Bold"/>
                <a:sym typeface="Poppins Bold"/>
              </a:rPr>
              <a:t>40%</a:t>
            </a:r>
          </a:p>
        </p:txBody>
      </p:sp>
      <p:sp>
        <p:nvSpPr>
          <p:cNvPr name="TextBox 12" id="12"/>
          <p:cNvSpPr txBox="true"/>
          <p:nvPr/>
        </p:nvSpPr>
        <p:spPr>
          <a:xfrm rot="1123383">
            <a:off x="13694023" y="1563381"/>
            <a:ext cx="2182471" cy="313283"/>
          </a:xfrm>
          <a:prstGeom prst="rect">
            <a:avLst/>
          </a:prstGeom>
        </p:spPr>
        <p:txBody>
          <a:bodyPr anchor="t" rtlCol="false" tIns="0" lIns="0" bIns="0" rIns="0">
            <a:spAutoFit/>
          </a:bodyPr>
          <a:lstStyle/>
          <a:p>
            <a:pPr algn="ctr">
              <a:lnSpc>
                <a:spcPts val="2384"/>
              </a:lnSpc>
            </a:pPr>
            <a:r>
              <a:rPr lang="en-US" sz="2292" b="true">
                <a:solidFill>
                  <a:srgbClr val="FC0328"/>
                </a:solidFill>
                <a:latin typeface="Poppins Bold"/>
                <a:ea typeface="Poppins Bold"/>
                <a:cs typeface="Poppins Bold"/>
                <a:sym typeface="Poppins Bold"/>
              </a:rPr>
              <a:t>10%</a:t>
            </a:r>
          </a:p>
        </p:txBody>
      </p:sp>
      <p:sp>
        <p:nvSpPr>
          <p:cNvPr name="TextBox 13" id="13"/>
          <p:cNvSpPr txBox="true"/>
          <p:nvPr/>
        </p:nvSpPr>
        <p:spPr>
          <a:xfrm rot="-1404323">
            <a:off x="10142999" y="1794546"/>
            <a:ext cx="2182471" cy="313283"/>
          </a:xfrm>
          <a:prstGeom prst="rect">
            <a:avLst/>
          </a:prstGeom>
        </p:spPr>
        <p:txBody>
          <a:bodyPr anchor="t" rtlCol="false" tIns="0" lIns="0" bIns="0" rIns="0">
            <a:spAutoFit/>
          </a:bodyPr>
          <a:lstStyle/>
          <a:p>
            <a:pPr algn="ctr">
              <a:lnSpc>
                <a:spcPts val="2384"/>
              </a:lnSpc>
            </a:pPr>
            <a:r>
              <a:rPr lang="en-US" sz="2292" b="true">
                <a:solidFill>
                  <a:srgbClr val="FC0328"/>
                </a:solidFill>
                <a:latin typeface="Poppins Bold"/>
                <a:ea typeface="Poppins Bold"/>
                <a:cs typeface="Poppins Bold"/>
                <a:sym typeface="Poppins Bold"/>
              </a:rPr>
              <a:t>80%</a:t>
            </a:r>
          </a:p>
        </p:txBody>
      </p:sp>
      <p:sp>
        <p:nvSpPr>
          <p:cNvPr name="TextBox 14" id="14"/>
          <p:cNvSpPr txBox="true"/>
          <p:nvPr/>
        </p:nvSpPr>
        <p:spPr>
          <a:xfrm rot="0">
            <a:off x="8249977" y="4996046"/>
            <a:ext cx="2182471" cy="313283"/>
          </a:xfrm>
          <a:prstGeom prst="rect">
            <a:avLst/>
          </a:prstGeom>
        </p:spPr>
        <p:txBody>
          <a:bodyPr anchor="t" rtlCol="false" tIns="0" lIns="0" bIns="0" rIns="0">
            <a:spAutoFit/>
          </a:bodyPr>
          <a:lstStyle/>
          <a:p>
            <a:pPr algn="ctr">
              <a:lnSpc>
                <a:spcPts val="2384"/>
              </a:lnSpc>
            </a:pPr>
            <a:r>
              <a:rPr lang="en-US" sz="2292" b="true">
                <a:solidFill>
                  <a:srgbClr val="FC0328"/>
                </a:solidFill>
                <a:latin typeface="Poppins Bold"/>
                <a:ea typeface="Poppins Bold"/>
                <a:cs typeface="Poppins Bold"/>
                <a:sym typeface="Poppins Bold"/>
              </a:rPr>
              <a:t>40%</a:t>
            </a:r>
          </a:p>
        </p:txBody>
      </p:sp>
      <p:sp>
        <p:nvSpPr>
          <p:cNvPr name="TextBox 15" id="15"/>
          <p:cNvSpPr txBox="true"/>
          <p:nvPr/>
        </p:nvSpPr>
        <p:spPr>
          <a:xfrm rot="-1404323">
            <a:off x="13723295" y="7837720"/>
            <a:ext cx="2182471" cy="313283"/>
          </a:xfrm>
          <a:prstGeom prst="rect">
            <a:avLst/>
          </a:prstGeom>
        </p:spPr>
        <p:txBody>
          <a:bodyPr anchor="t" rtlCol="false" tIns="0" lIns="0" bIns="0" rIns="0">
            <a:spAutoFit/>
          </a:bodyPr>
          <a:lstStyle/>
          <a:p>
            <a:pPr algn="ctr">
              <a:lnSpc>
                <a:spcPts val="2384"/>
              </a:lnSpc>
            </a:pPr>
            <a:r>
              <a:rPr lang="en-US" sz="2292" b="true">
                <a:solidFill>
                  <a:srgbClr val="FC0328"/>
                </a:solidFill>
                <a:latin typeface="Poppins Bold"/>
                <a:ea typeface="Poppins Bold"/>
                <a:cs typeface="Poppins Bold"/>
                <a:sym typeface="Poppins Bold"/>
              </a:rPr>
              <a:t>80%</a:t>
            </a:r>
          </a:p>
        </p:txBody>
      </p:sp>
      <p:sp>
        <p:nvSpPr>
          <p:cNvPr name="TextBox 16" id="16"/>
          <p:cNvSpPr txBox="true"/>
          <p:nvPr/>
        </p:nvSpPr>
        <p:spPr>
          <a:xfrm rot="1123383">
            <a:off x="10424983" y="7973485"/>
            <a:ext cx="2182471" cy="313283"/>
          </a:xfrm>
          <a:prstGeom prst="rect">
            <a:avLst/>
          </a:prstGeom>
        </p:spPr>
        <p:txBody>
          <a:bodyPr anchor="t" rtlCol="false" tIns="0" lIns="0" bIns="0" rIns="0">
            <a:spAutoFit/>
          </a:bodyPr>
          <a:lstStyle/>
          <a:p>
            <a:pPr algn="ctr">
              <a:lnSpc>
                <a:spcPts val="2384"/>
              </a:lnSpc>
            </a:pPr>
            <a:r>
              <a:rPr lang="en-US" sz="2292" b="true">
                <a:solidFill>
                  <a:srgbClr val="FC0328"/>
                </a:solidFill>
                <a:latin typeface="Poppins Bold"/>
                <a:ea typeface="Poppins Bold"/>
                <a:cs typeface="Poppins Bold"/>
                <a:sym typeface="Poppins Bold"/>
              </a:rPr>
              <a:t>10%</a:t>
            </a:r>
          </a:p>
        </p:txBody>
      </p:sp>
      <p:sp>
        <p:nvSpPr>
          <p:cNvPr name="Freeform 17" id="17"/>
          <p:cNvSpPr/>
          <p:nvPr/>
        </p:nvSpPr>
        <p:spPr>
          <a:xfrm flipH="false" flipV="false" rot="0">
            <a:off x="-1489281" y="-348956"/>
            <a:ext cx="2978563" cy="1634486"/>
          </a:xfrm>
          <a:custGeom>
            <a:avLst/>
            <a:gdLst/>
            <a:ahLst/>
            <a:cxnLst/>
            <a:rect r="r" b="b" t="t" l="l"/>
            <a:pathLst>
              <a:path h="1634486" w="2978563">
                <a:moveTo>
                  <a:pt x="0" y="0"/>
                </a:moveTo>
                <a:lnTo>
                  <a:pt x="2978562" y="0"/>
                </a:lnTo>
                <a:lnTo>
                  <a:pt x="2978562" y="1634486"/>
                </a:lnTo>
                <a:lnTo>
                  <a:pt x="0" y="16344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8" id="18"/>
          <p:cNvGrpSpPr/>
          <p:nvPr/>
        </p:nvGrpSpPr>
        <p:grpSpPr>
          <a:xfrm rot="0">
            <a:off x="-11132071" y="9732093"/>
            <a:ext cx="42391962" cy="788601"/>
            <a:chOff x="0" y="0"/>
            <a:chExt cx="11164961" cy="207697"/>
          </a:xfrm>
        </p:grpSpPr>
        <p:sp>
          <p:nvSpPr>
            <p:cNvPr name="Freeform 19" id="19"/>
            <p:cNvSpPr/>
            <p:nvPr/>
          </p:nvSpPr>
          <p:spPr>
            <a:xfrm flipH="false" flipV="false" rot="0">
              <a:off x="0" y="0"/>
              <a:ext cx="11164961" cy="207697"/>
            </a:xfrm>
            <a:custGeom>
              <a:avLst/>
              <a:gdLst/>
              <a:ahLst/>
              <a:cxnLst/>
              <a:rect r="r" b="b" t="t" l="l"/>
              <a:pathLst>
                <a:path h="207697" w="11164961">
                  <a:moveTo>
                    <a:pt x="0" y="0"/>
                  </a:moveTo>
                  <a:lnTo>
                    <a:pt x="11164961" y="0"/>
                  </a:lnTo>
                  <a:lnTo>
                    <a:pt x="11164961" y="207697"/>
                  </a:lnTo>
                  <a:lnTo>
                    <a:pt x="0" y="207697"/>
                  </a:lnTo>
                  <a:close/>
                </a:path>
              </a:pathLst>
            </a:custGeom>
            <a:solidFill>
              <a:srgbClr val="FC0328"/>
            </a:solidFill>
          </p:spPr>
        </p:sp>
        <p:sp>
          <p:nvSpPr>
            <p:cNvPr name="TextBox 20" id="20"/>
            <p:cNvSpPr txBox="true"/>
            <p:nvPr/>
          </p:nvSpPr>
          <p:spPr>
            <a:xfrm>
              <a:off x="0" y="9525"/>
              <a:ext cx="11164961" cy="198172"/>
            </a:xfrm>
            <a:prstGeom prst="rect">
              <a:avLst/>
            </a:prstGeom>
          </p:spPr>
          <p:txBody>
            <a:bodyPr anchor="ctr" rtlCol="false" tIns="50800" lIns="50800" bIns="50800" rIns="50800"/>
            <a:lstStyle/>
            <a:p>
              <a:pPr algn="ctr">
                <a:lnSpc>
                  <a:spcPts val="2624"/>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7F7"/>
        </a:solidFill>
      </p:bgPr>
    </p:bg>
    <p:spTree>
      <p:nvGrpSpPr>
        <p:cNvPr id="1" name=""/>
        <p:cNvGrpSpPr/>
        <p:nvPr/>
      </p:nvGrpSpPr>
      <p:grpSpPr>
        <a:xfrm>
          <a:off x="0" y="0"/>
          <a:ext cx="0" cy="0"/>
          <a:chOff x="0" y="0"/>
          <a:chExt cx="0" cy="0"/>
        </a:xfrm>
      </p:grpSpPr>
      <p:sp>
        <p:nvSpPr>
          <p:cNvPr name="Freeform 2" id="2"/>
          <p:cNvSpPr/>
          <p:nvPr/>
        </p:nvSpPr>
        <p:spPr>
          <a:xfrm flipH="false" flipV="false" rot="0">
            <a:off x="2122822" y="1347181"/>
            <a:ext cx="1139893" cy="990671"/>
          </a:xfrm>
          <a:custGeom>
            <a:avLst/>
            <a:gdLst/>
            <a:ahLst/>
            <a:cxnLst/>
            <a:rect r="r" b="b" t="t" l="l"/>
            <a:pathLst>
              <a:path h="990671" w="1139893">
                <a:moveTo>
                  <a:pt x="0" y="0"/>
                </a:moveTo>
                <a:lnTo>
                  <a:pt x="1139893" y="0"/>
                </a:lnTo>
                <a:lnTo>
                  <a:pt x="1139893" y="990671"/>
                </a:lnTo>
                <a:lnTo>
                  <a:pt x="0" y="9906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195569" y="3198709"/>
            <a:ext cx="5294515" cy="4688052"/>
          </a:xfrm>
          <a:custGeom>
            <a:avLst/>
            <a:gdLst/>
            <a:ahLst/>
            <a:cxnLst/>
            <a:rect r="r" b="b" t="t" l="l"/>
            <a:pathLst>
              <a:path h="4688052" w="5294515">
                <a:moveTo>
                  <a:pt x="0" y="0"/>
                </a:moveTo>
                <a:lnTo>
                  <a:pt x="5294515" y="0"/>
                </a:lnTo>
                <a:lnTo>
                  <a:pt x="5294515" y="4688053"/>
                </a:lnTo>
                <a:lnTo>
                  <a:pt x="0" y="46880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599906" y="1533290"/>
            <a:ext cx="2485842" cy="707985"/>
          </a:xfrm>
          <a:prstGeom prst="rect">
            <a:avLst/>
          </a:prstGeom>
        </p:spPr>
        <p:txBody>
          <a:bodyPr anchor="t" rtlCol="false" tIns="0" lIns="0" bIns="0" rIns="0">
            <a:spAutoFit/>
          </a:bodyPr>
          <a:lstStyle/>
          <a:p>
            <a:pPr algn="l">
              <a:lnSpc>
                <a:spcPts val="2624"/>
              </a:lnSpc>
            </a:pPr>
            <a:r>
              <a:rPr lang="en-US" sz="2523">
                <a:solidFill>
                  <a:srgbClr val="FC0328"/>
                </a:solidFill>
                <a:latin typeface="Poppins"/>
                <a:ea typeface="Poppins"/>
                <a:cs typeface="Poppins"/>
                <a:sym typeface="Poppins"/>
              </a:rPr>
              <a:t>Thynk Unlimited</a:t>
            </a:r>
          </a:p>
        </p:txBody>
      </p:sp>
      <p:sp>
        <p:nvSpPr>
          <p:cNvPr name="TextBox 5" id="5"/>
          <p:cNvSpPr txBox="true"/>
          <p:nvPr/>
        </p:nvSpPr>
        <p:spPr>
          <a:xfrm rot="0">
            <a:off x="2122822" y="8757144"/>
            <a:ext cx="5756156" cy="374874"/>
          </a:xfrm>
          <a:prstGeom prst="rect">
            <a:avLst/>
          </a:prstGeom>
        </p:spPr>
        <p:txBody>
          <a:bodyPr anchor="t" rtlCol="false" tIns="0" lIns="0" bIns="0" rIns="0">
            <a:spAutoFit/>
          </a:bodyPr>
          <a:lstStyle/>
          <a:p>
            <a:pPr algn="l">
              <a:lnSpc>
                <a:spcPts val="2624"/>
              </a:lnSpc>
            </a:pPr>
            <a:r>
              <a:rPr lang="en-US" sz="2523">
                <a:solidFill>
                  <a:srgbClr val="000000"/>
                </a:solidFill>
                <a:latin typeface="Poppins"/>
                <a:ea typeface="Poppins"/>
                <a:cs typeface="Poppins"/>
                <a:sym typeface="Poppins"/>
              </a:rPr>
              <a:t>www.reallygreatsite.com</a:t>
            </a:r>
          </a:p>
        </p:txBody>
      </p:sp>
      <p:sp>
        <p:nvSpPr>
          <p:cNvPr name="TextBox 6" id="6"/>
          <p:cNvSpPr txBox="true"/>
          <p:nvPr/>
        </p:nvSpPr>
        <p:spPr>
          <a:xfrm rot="0">
            <a:off x="9603746" y="3417692"/>
            <a:ext cx="5695690" cy="1500223"/>
          </a:xfrm>
          <a:prstGeom prst="rect">
            <a:avLst/>
          </a:prstGeom>
        </p:spPr>
        <p:txBody>
          <a:bodyPr anchor="t" rtlCol="false" tIns="0" lIns="0" bIns="0" rIns="0">
            <a:spAutoFit/>
          </a:bodyPr>
          <a:lstStyle/>
          <a:p>
            <a:pPr algn="l">
              <a:lnSpc>
                <a:spcPts val="5608"/>
              </a:lnSpc>
            </a:pPr>
            <a:r>
              <a:rPr lang="en-US" sz="5392" b="true">
                <a:solidFill>
                  <a:srgbClr val="FC0328"/>
                </a:solidFill>
                <a:latin typeface="Poppins Bold"/>
                <a:ea typeface="Poppins Bold"/>
                <a:cs typeface="Poppins Bold"/>
                <a:sym typeface="Poppins Bold"/>
              </a:rPr>
              <a:t>Product Launch Metrics</a:t>
            </a:r>
          </a:p>
        </p:txBody>
      </p:sp>
      <p:sp>
        <p:nvSpPr>
          <p:cNvPr name="TextBox 7" id="7"/>
          <p:cNvSpPr txBox="true"/>
          <p:nvPr/>
        </p:nvSpPr>
        <p:spPr>
          <a:xfrm rot="0">
            <a:off x="9603746" y="5488049"/>
            <a:ext cx="5423348" cy="1057707"/>
          </a:xfrm>
          <a:prstGeom prst="rect">
            <a:avLst/>
          </a:prstGeom>
        </p:spPr>
        <p:txBody>
          <a:bodyPr anchor="t" rtlCol="false" tIns="0" lIns="0" bIns="0" rIns="0">
            <a:spAutoFit/>
          </a:bodyPr>
          <a:lstStyle/>
          <a:p>
            <a:pPr algn="just">
              <a:lnSpc>
                <a:spcPts val="2055"/>
              </a:lnSpc>
            </a:pPr>
            <a:r>
              <a:rPr lang="en-US" sz="1903" spc="102">
                <a:solidFill>
                  <a:srgbClr val="000000"/>
                </a:solidFill>
                <a:latin typeface="Poppins"/>
                <a:ea typeface="Poppins"/>
                <a:cs typeface="Poppins"/>
                <a:sym typeface="Poppins"/>
              </a:rPr>
              <a:t>Lorem ipsum dolor sit amet, consectetur adipiscing elit, sed do eiusmod tempor incididunt ut labore et dolore magna aliqua. Ut enim ad minim veniam</a:t>
            </a:r>
          </a:p>
        </p:txBody>
      </p:sp>
      <p:sp>
        <p:nvSpPr>
          <p:cNvPr name="TextBox 8" id="8"/>
          <p:cNvSpPr txBox="true"/>
          <p:nvPr/>
        </p:nvSpPr>
        <p:spPr>
          <a:xfrm rot="0">
            <a:off x="4064542" y="3750769"/>
            <a:ext cx="2916543" cy="407509"/>
          </a:xfrm>
          <a:prstGeom prst="rect">
            <a:avLst/>
          </a:prstGeom>
        </p:spPr>
        <p:txBody>
          <a:bodyPr anchor="t" rtlCol="false" tIns="0" lIns="0" bIns="0" rIns="0">
            <a:spAutoFit/>
          </a:bodyPr>
          <a:lstStyle/>
          <a:p>
            <a:pPr algn="l">
              <a:lnSpc>
                <a:spcPts val="2871"/>
              </a:lnSpc>
            </a:pPr>
            <a:r>
              <a:rPr lang="en-US" sz="2761" b="true">
                <a:solidFill>
                  <a:srgbClr val="FDECEB"/>
                </a:solidFill>
                <a:latin typeface="Poppins Bold"/>
                <a:ea typeface="Poppins Bold"/>
                <a:cs typeface="Poppins Bold"/>
                <a:sym typeface="Poppins Bold"/>
              </a:rPr>
              <a:t>Product 01</a:t>
            </a:r>
          </a:p>
        </p:txBody>
      </p:sp>
      <p:sp>
        <p:nvSpPr>
          <p:cNvPr name="TextBox 9" id="9"/>
          <p:cNvSpPr txBox="true"/>
          <p:nvPr/>
        </p:nvSpPr>
        <p:spPr>
          <a:xfrm rot="0">
            <a:off x="4064542" y="5343743"/>
            <a:ext cx="2916543" cy="407509"/>
          </a:xfrm>
          <a:prstGeom prst="rect">
            <a:avLst/>
          </a:prstGeom>
        </p:spPr>
        <p:txBody>
          <a:bodyPr anchor="t" rtlCol="false" tIns="0" lIns="0" bIns="0" rIns="0">
            <a:spAutoFit/>
          </a:bodyPr>
          <a:lstStyle/>
          <a:p>
            <a:pPr algn="l">
              <a:lnSpc>
                <a:spcPts val="2871"/>
              </a:lnSpc>
            </a:pPr>
            <a:r>
              <a:rPr lang="en-US" sz="2761" b="true">
                <a:solidFill>
                  <a:srgbClr val="FDECEB"/>
                </a:solidFill>
                <a:latin typeface="Poppins Bold"/>
                <a:ea typeface="Poppins Bold"/>
                <a:cs typeface="Poppins Bold"/>
                <a:sym typeface="Poppins Bold"/>
              </a:rPr>
              <a:t>Product 02</a:t>
            </a:r>
          </a:p>
        </p:txBody>
      </p:sp>
      <p:sp>
        <p:nvSpPr>
          <p:cNvPr name="TextBox 10" id="10"/>
          <p:cNvSpPr txBox="true"/>
          <p:nvPr/>
        </p:nvSpPr>
        <p:spPr>
          <a:xfrm rot="0">
            <a:off x="4064542" y="6932353"/>
            <a:ext cx="2916543" cy="407509"/>
          </a:xfrm>
          <a:prstGeom prst="rect">
            <a:avLst/>
          </a:prstGeom>
        </p:spPr>
        <p:txBody>
          <a:bodyPr anchor="t" rtlCol="false" tIns="0" lIns="0" bIns="0" rIns="0">
            <a:spAutoFit/>
          </a:bodyPr>
          <a:lstStyle/>
          <a:p>
            <a:pPr algn="l">
              <a:lnSpc>
                <a:spcPts val="2871"/>
              </a:lnSpc>
            </a:pPr>
            <a:r>
              <a:rPr lang="en-US" sz="2761" b="true">
                <a:solidFill>
                  <a:srgbClr val="FDECEB"/>
                </a:solidFill>
                <a:latin typeface="Poppins Bold"/>
                <a:ea typeface="Poppins Bold"/>
                <a:cs typeface="Poppins Bold"/>
                <a:sym typeface="Poppins Bold"/>
              </a:rPr>
              <a:t>Product 03</a:t>
            </a:r>
          </a:p>
        </p:txBody>
      </p:sp>
      <p:grpSp>
        <p:nvGrpSpPr>
          <p:cNvPr name="Group 11" id="11"/>
          <p:cNvGrpSpPr/>
          <p:nvPr/>
        </p:nvGrpSpPr>
        <p:grpSpPr>
          <a:xfrm rot="5400000">
            <a:off x="-3165370" y="5622602"/>
            <a:ext cx="42391962" cy="788601"/>
            <a:chOff x="0" y="0"/>
            <a:chExt cx="11164961" cy="207697"/>
          </a:xfrm>
        </p:grpSpPr>
        <p:sp>
          <p:nvSpPr>
            <p:cNvPr name="Freeform 12" id="12"/>
            <p:cNvSpPr/>
            <p:nvPr/>
          </p:nvSpPr>
          <p:spPr>
            <a:xfrm flipH="false" flipV="false" rot="0">
              <a:off x="0" y="0"/>
              <a:ext cx="11164961" cy="207697"/>
            </a:xfrm>
            <a:custGeom>
              <a:avLst/>
              <a:gdLst/>
              <a:ahLst/>
              <a:cxnLst/>
              <a:rect r="r" b="b" t="t" l="l"/>
              <a:pathLst>
                <a:path h="207697" w="11164961">
                  <a:moveTo>
                    <a:pt x="0" y="0"/>
                  </a:moveTo>
                  <a:lnTo>
                    <a:pt x="11164961" y="0"/>
                  </a:lnTo>
                  <a:lnTo>
                    <a:pt x="11164961" y="207697"/>
                  </a:lnTo>
                  <a:lnTo>
                    <a:pt x="0" y="207697"/>
                  </a:lnTo>
                  <a:close/>
                </a:path>
              </a:pathLst>
            </a:custGeom>
            <a:solidFill>
              <a:srgbClr val="FC0328"/>
            </a:solidFill>
          </p:spPr>
        </p:sp>
        <p:sp>
          <p:nvSpPr>
            <p:cNvPr name="TextBox 13" id="13"/>
            <p:cNvSpPr txBox="true"/>
            <p:nvPr/>
          </p:nvSpPr>
          <p:spPr>
            <a:xfrm>
              <a:off x="0" y="9525"/>
              <a:ext cx="11164961" cy="198172"/>
            </a:xfrm>
            <a:prstGeom prst="rect">
              <a:avLst/>
            </a:prstGeom>
          </p:spPr>
          <p:txBody>
            <a:bodyPr anchor="ctr" rtlCol="false" tIns="50800" lIns="50800" bIns="50800" rIns="50800"/>
            <a:lstStyle/>
            <a:p>
              <a:pPr algn="ctr">
                <a:lnSpc>
                  <a:spcPts val="2624"/>
                </a:lnSpc>
              </a:pPr>
            </a:p>
          </p:txBody>
        </p:sp>
      </p:grpSp>
      <p:sp>
        <p:nvSpPr>
          <p:cNvPr name="Freeform 14" id="14"/>
          <p:cNvSpPr/>
          <p:nvPr/>
        </p:nvSpPr>
        <p:spPr>
          <a:xfrm flipH="false" flipV="false" rot="0">
            <a:off x="-1141294" y="9469757"/>
            <a:ext cx="2978563" cy="1634486"/>
          </a:xfrm>
          <a:custGeom>
            <a:avLst/>
            <a:gdLst/>
            <a:ahLst/>
            <a:cxnLst/>
            <a:rect r="r" b="b" t="t" l="l"/>
            <a:pathLst>
              <a:path h="1634486" w="2978563">
                <a:moveTo>
                  <a:pt x="0" y="0"/>
                </a:moveTo>
                <a:lnTo>
                  <a:pt x="2978563" y="0"/>
                </a:lnTo>
                <a:lnTo>
                  <a:pt x="2978563" y="1634486"/>
                </a:lnTo>
                <a:lnTo>
                  <a:pt x="0" y="16344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7F7"/>
        </a:solidFill>
      </p:bgPr>
    </p:bg>
    <p:spTree>
      <p:nvGrpSpPr>
        <p:cNvPr id="1" name=""/>
        <p:cNvGrpSpPr/>
        <p:nvPr/>
      </p:nvGrpSpPr>
      <p:grpSpPr>
        <a:xfrm>
          <a:off x="0" y="0"/>
          <a:ext cx="0" cy="0"/>
          <a:chOff x="0" y="0"/>
          <a:chExt cx="0" cy="0"/>
        </a:xfrm>
      </p:grpSpPr>
      <p:sp>
        <p:nvSpPr>
          <p:cNvPr name="Freeform 2" id="2"/>
          <p:cNvSpPr/>
          <p:nvPr/>
        </p:nvSpPr>
        <p:spPr>
          <a:xfrm flipH="false" flipV="false" rot="0">
            <a:off x="2122822" y="1347181"/>
            <a:ext cx="1139893" cy="990671"/>
          </a:xfrm>
          <a:custGeom>
            <a:avLst/>
            <a:gdLst/>
            <a:ahLst/>
            <a:cxnLst/>
            <a:rect r="r" b="b" t="t" l="l"/>
            <a:pathLst>
              <a:path h="990671" w="1139893">
                <a:moveTo>
                  <a:pt x="0" y="0"/>
                </a:moveTo>
                <a:lnTo>
                  <a:pt x="1139893" y="0"/>
                </a:lnTo>
                <a:lnTo>
                  <a:pt x="1139893" y="990671"/>
                </a:lnTo>
                <a:lnTo>
                  <a:pt x="0" y="9906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428359" y="2167759"/>
            <a:ext cx="5842913" cy="584291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30475" y="0"/>
                  </a:moveTo>
                  <a:lnTo>
                    <a:pt x="782325" y="0"/>
                  </a:lnTo>
                  <a:cubicBezTo>
                    <a:pt x="790407" y="0"/>
                    <a:pt x="798159" y="3211"/>
                    <a:pt x="803874" y="8926"/>
                  </a:cubicBezTo>
                  <a:cubicBezTo>
                    <a:pt x="809589" y="14641"/>
                    <a:pt x="812800" y="22393"/>
                    <a:pt x="812800" y="30475"/>
                  </a:cubicBezTo>
                  <a:lnTo>
                    <a:pt x="812800" y="782325"/>
                  </a:lnTo>
                  <a:cubicBezTo>
                    <a:pt x="812800" y="790407"/>
                    <a:pt x="809589" y="798159"/>
                    <a:pt x="803874" y="803874"/>
                  </a:cubicBezTo>
                  <a:cubicBezTo>
                    <a:pt x="798159" y="809589"/>
                    <a:pt x="790407" y="812800"/>
                    <a:pt x="782325" y="812800"/>
                  </a:cubicBezTo>
                  <a:lnTo>
                    <a:pt x="30475" y="812800"/>
                  </a:lnTo>
                  <a:cubicBezTo>
                    <a:pt x="22393" y="812800"/>
                    <a:pt x="14641" y="809589"/>
                    <a:pt x="8926" y="803874"/>
                  </a:cubicBezTo>
                  <a:cubicBezTo>
                    <a:pt x="3211" y="798159"/>
                    <a:pt x="0" y="790407"/>
                    <a:pt x="0" y="782325"/>
                  </a:cubicBezTo>
                  <a:lnTo>
                    <a:pt x="0" y="30475"/>
                  </a:lnTo>
                  <a:cubicBezTo>
                    <a:pt x="0" y="22393"/>
                    <a:pt x="3211" y="14641"/>
                    <a:pt x="8926" y="8926"/>
                  </a:cubicBezTo>
                  <a:cubicBezTo>
                    <a:pt x="14641" y="3211"/>
                    <a:pt x="22393" y="0"/>
                    <a:pt x="30475" y="0"/>
                  </a:cubicBezTo>
                  <a:close/>
                </a:path>
              </a:pathLst>
            </a:custGeom>
            <a:solidFill>
              <a:srgbClr val="FF0000"/>
            </a:solidFill>
          </p:spPr>
        </p:sp>
      </p:grpSp>
      <p:grpSp>
        <p:nvGrpSpPr>
          <p:cNvPr name="Group 5" id="5"/>
          <p:cNvGrpSpPr/>
          <p:nvPr/>
        </p:nvGrpSpPr>
        <p:grpSpPr>
          <a:xfrm rot="0">
            <a:off x="10721741" y="2392515"/>
            <a:ext cx="5246370" cy="524637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33940" y="0"/>
                  </a:moveTo>
                  <a:lnTo>
                    <a:pt x="778860" y="0"/>
                  </a:lnTo>
                  <a:cubicBezTo>
                    <a:pt x="797604" y="0"/>
                    <a:pt x="812800" y="15196"/>
                    <a:pt x="812800" y="33940"/>
                  </a:cubicBezTo>
                  <a:lnTo>
                    <a:pt x="812800" y="778860"/>
                  </a:lnTo>
                  <a:cubicBezTo>
                    <a:pt x="812800" y="797604"/>
                    <a:pt x="797604" y="812800"/>
                    <a:pt x="778860" y="812800"/>
                  </a:cubicBezTo>
                  <a:lnTo>
                    <a:pt x="33940" y="812800"/>
                  </a:lnTo>
                  <a:cubicBezTo>
                    <a:pt x="15196" y="812800"/>
                    <a:pt x="0" y="797604"/>
                    <a:pt x="0" y="778860"/>
                  </a:cubicBezTo>
                  <a:lnTo>
                    <a:pt x="0" y="33940"/>
                  </a:lnTo>
                  <a:cubicBezTo>
                    <a:pt x="0" y="15196"/>
                    <a:pt x="15196" y="0"/>
                    <a:pt x="33940" y="0"/>
                  </a:cubicBezTo>
                  <a:close/>
                </a:path>
              </a:pathLst>
            </a:custGeom>
            <a:blipFill>
              <a:blip r:embed="rId4"/>
              <a:stretch>
                <a:fillRect l="0" t="-24906" r="0" b="-24906"/>
              </a:stretch>
            </a:blipFill>
          </p:spPr>
        </p:sp>
      </p:grpSp>
      <p:sp>
        <p:nvSpPr>
          <p:cNvPr name="TextBox 7" id="7"/>
          <p:cNvSpPr txBox="true"/>
          <p:nvPr/>
        </p:nvSpPr>
        <p:spPr>
          <a:xfrm rot="0">
            <a:off x="2122822" y="3588993"/>
            <a:ext cx="5695690" cy="1500223"/>
          </a:xfrm>
          <a:prstGeom prst="rect">
            <a:avLst/>
          </a:prstGeom>
        </p:spPr>
        <p:txBody>
          <a:bodyPr anchor="t" rtlCol="false" tIns="0" lIns="0" bIns="0" rIns="0">
            <a:spAutoFit/>
          </a:bodyPr>
          <a:lstStyle/>
          <a:p>
            <a:pPr algn="l">
              <a:lnSpc>
                <a:spcPts val="5608"/>
              </a:lnSpc>
            </a:pPr>
            <a:r>
              <a:rPr lang="en-US" sz="5392" b="true">
                <a:solidFill>
                  <a:srgbClr val="FC0328"/>
                </a:solidFill>
                <a:latin typeface="Poppins Bold"/>
                <a:ea typeface="Poppins Bold"/>
                <a:cs typeface="Poppins Bold"/>
                <a:sym typeface="Poppins Bold"/>
              </a:rPr>
              <a:t>Supply Chain Efficiency</a:t>
            </a:r>
          </a:p>
        </p:txBody>
      </p:sp>
      <p:sp>
        <p:nvSpPr>
          <p:cNvPr name="TextBox 8" id="8"/>
          <p:cNvSpPr txBox="true"/>
          <p:nvPr/>
        </p:nvSpPr>
        <p:spPr>
          <a:xfrm rot="0">
            <a:off x="2122822" y="5659350"/>
            <a:ext cx="5181414" cy="1314882"/>
          </a:xfrm>
          <a:prstGeom prst="rect">
            <a:avLst/>
          </a:prstGeom>
        </p:spPr>
        <p:txBody>
          <a:bodyPr anchor="t" rtlCol="false" tIns="0" lIns="0" bIns="0" rIns="0">
            <a:spAutoFit/>
          </a:bodyPr>
          <a:lstStyle/>
          <a:p>
            <a:pPr algn="just">
              <a:lnSpc>
                <a:spcPts val="2055"/>
              </a:lnSpc>
            </a:pPr>
            <a:r>
              <a:rPr lang="en-US" sz="1903" spc="102">
                <a:solidFill>
                  <a:srgbClr val="000000"/>
                </a:solidFill>
                <a:latin typeface="Poppins"/>
                <a:ea typeface="Poppins"/>
                <a:cs typeface="Poppins"/>
                <a:sym typeface="Poppins"/>
              </a:rPr>
              <a:t>Lorem ipsum dolor sit amet, consectetur adipiscing elit, sed do eiusmod tempor incididunt ut labore et dolore magna aliqua. Ut enim ad minim veniam</a:t>
            </a:r>
          </a:p>
        </p:txBody>
      </p:sp>
      <p:sp>
        <p:nvSpPr>
          <p:cNvPr name="TextBox 9" id="9"/>
          <p:cNvSpPr txBox="true"/>
          <p:nvPr/>
        </p:nvSpPr>
        <p:spPr>
          <a:xfrm rot="0">
            <a:off x="3599906" y="1533290"/>
            <a:ext cx="2485842" cy="707985"/>
          </a:xfrm>
          <a:prstGeom prst="rect">
            <a:avLst/>
          </a:prstGeom>
        </p:spPr>
        <p:txBody>
          <a:bodyPr anchor="t" rtlCol="false" tIns="0" lIns="0" bIns="0" rIns="0">
            <a:spAutoFit/>
          </a:bodyPr>
          <a:lstStyle/>
          <a:p>
            <a:pPr algn="l">
              <a:lnSpc>
                <a:spcPts val="2624"/>
              </a:lnSpc>
            </a:pPr>
            <a:r>
              <a:rPr lang="en-US" sz="2523">
                <a:solidFill>
                  <a:srgbClr val="FC0328"/>
                </a:solidFill>
                <a:latin typeface="Poppins"/>
                <a:ea typeface="Poppins"/>
                <a:cs typeface="Poppins"/>
                <a:sym typeface="Poppins"/>
              </a:rPr>
              <a:t>Thynk Unlimited</a:t>
            </a:r>
          </a:p>
        </p:txBody>
      </p:sp>
      <p:sp>
        <p:nvSpPr>
          <p:cNvPr name="TextBox 10" id="10"/>
          <p:cNvSpPr txBox="true"/>
          <p:nvPr/>
        </p:nvSpPr>
        <p:spPr>
          <a:xfrm rot="0">
            <a:off x="2122822" y="8757144"/>
            <a:ext cx="5756156" cy="374874"/>
          </a:xfrm>
          <a:prstGeom prst="rect">
            <a:avLst/>
          </a:prstGeom>
        </p:spPr>
        <p:txBody>
          <a:bodyPr anchor="t" rtlCol="false" tIns="0" lIns="0" bIns="0" rIns="0">
            <a:spAutoFit/>
          </a:bodyPr>
          <a:lstStyle/>
          <a:p>
            <a:pPr algn="l">
              <a:lnSpc>
                <a:spcPts val="2624"/>
              </a:lnSpc>
            </a:pPr>
            <a:r>
              <a:rPr lang="en-US" sz="2523">
                <a:solidFill>
                  <a:srgbClr val="000000"/>
                </a:solidFill>
                <a:latin typeface="Poppins"/>
                <a:ea typeface="Poppins"/>
                <a:cs typeface="Poppins"/>
                <a:sym typeface="Poppins"/>
              </a:rPr>
              <a:t>www.reallygreatsite.com</a:t>
            </a:r>
          </a:p>
        </p:txBody>
      </p:sp>
      <p:grpSp>
        <p:nvGrpSpPr>
          <p:cNvPr name="Group 11" id="11"/>
          <p:cNvGrpSpPr/>
          <p:nvPr/>
        </p:nvGrpSpPr>
        <p:grpSpPr>
          <a:xfrm rot="-10800000">
            <a:off x="-9182208" y="-174845"/>
            <a:ext cx="42391962" cy="788601"/>
            <a:chOff x="0" y="0"/>
            <a:chExt cx="11164961" cy="207697"/>
          </a:xfrm>
        </p:grpSpPr>
        <p:sp>
          <p:nvSpPr>
            <p:cNvPr name="Freeform 12" id="12"/>
            <p:cNvSpPr/>
            <p:nvPr/>
          </p:nvSpPr>
          <p:spPr>
            <a:xfrm flipH="false" flipV="false" rot="0">
              <a:off x="0" y="0"/>
              <a:ext cx="11164961" cy="207697"/>
            </a:xfrm>
            <a:custGeom>
              <a:avLst/>
              <a:gdLst/>
              <a:ahLst/>
              <a:cxnLst/>
              <a:rect r="r" b="b" t="t" l="l"/>
              <a:pathLst>
                <a:path h="207697" w="11164961">
                  <a:moveTo>
                    <a:pt x="0" y="0"/>
                  </a:moveTo>
                  <a:lnTo>
                    <a:pt x="11164961" y="0"/>
                  </a:lnTo>
                  <a:lnTo>
                    <a:pt x="11164961" y="207697"/>
                  </a:lnTo>
                  <a:lnTo>
                    <a:pt x="0" y="207697"/>
                  </a:lnTo>
                  <a:close/>
                </a:path>
              </a:pathLst>
            </a:custGeom>
            <a:solidFill>
              <a:srgbClr val="FC0328"/>
            </a:solidFill>
          </p:spPr>
        </p:sp>
        <p:sp>
          <p:nvSpPr>
            <p:cNvPr name="TextBox 13" id="13"/>
            <p:cNvSpPr txBox="true"/>
            <p:nvPr/>
          </p:nvSpPr>
          <p:spPr>
            <a:xfrm>
              <a:off x="0" y="9525"/>
              <a:ext cx="11164961" cy="198172"/>
            </a:xfrm>
            <a:prstGeom prst="rect">
              <a:avLst/>
            </a:prstGeom>
          </p:spPr>
          <p:txBody>
            <a:bodyPr anchor="ctr" rtlCol="false" tIns="50800" lIns="50800" bIns="50800" rIns="50800"/>
            <a:lstStyle/>
            <a:p>
              <a:pPr algn="ctr">
                <a:lnSpc>
                  <a:spcPts val="2624"/>
                </a:lnSpc>
              </a:pPr>
            </a:p>
          </p:txBody>
        </p:sp>
      </p:grpSp>
      <p:sp>
        <p:nvSpPr>
          <p:cNvPr name="Freeform 14" id="14"/>
          <p:cNvSpPr/>
          <p:nvPr/>
        </p:nvSpPr>
        <p:spPr>
          <a:xfrm flipH="false" flipV="false" rot="0">
            <a:off x="15446349" y="9147542"/>
            <a:ext cx="2978563" cy="1634486"/>
          </a:xfrm>
          <a:custGeom>
            <a:avLst/>
            <a:gdLst/>
            <a:ahLst/>
            <a:cxnLst/>
            <a:rect r="r" b="b" t="t" l="l"/>
            <a:pathLst>
              <a:path h="1634486" w="2978563">
                <a:moveTo>
                  <a:pt x="0" y="0"/>
                </a:moveTo>
                <a:lnTo>
                  <a:pt x="2978562" y="0"/>
                </a:lnTo>
                <a:lnTo>
                  <a:pt x="2978562" y="1634486"/>
                </a:lnTo>
                <a:lnTo>
                  <a:pt x="0" y="16344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7F7"/>
        </a:solidFill>
      </p:bgPr>
    </p:bg>
    <p:spTree>
      <p:nvGrpSpPr>
        <p:cNvPr id="1" name=""/>
        <p:cNvGrpSpPr/>
        <p:nvPr/>
      </p:nvGrpSpPr>
      <p:grpSpPr>
        <a:xfrm>
          <a:off x="0" y="0"/>
          <a:ext cx="0" cy="0"/>
          <a:chOff x="0" y="0"/>
          <a:chExt cx="0" cy="0"/>
        </a:xfrm>
      </p:grpSpPr>
      <p:sp>
        <p:nvSpPr>
          <p:cNvPr name="Freeform 2" id="2"/>
          <p:cNvSpPr/>
          <p:nvPr/>
        </p:nvSpPr>
        <p:spPr>
          <a:xfrm flipH="false" flipV="false" rot="0">
            <a:off x="2122822" y="1347181"/>
            <a:ext cx="1139893" cy="990671"/>
          </a:xfrm>
          <a:custGeom>
            <a:avLst/>
            <a:gdLst/>
            <a:ahLst/>
            <a:cxnLst/>
            <a:rect r="r" b="b" t="t" l="l"/>
            <a:pathLst>
              <a:path h="990671" w="1139893">
                <a:moveTo>
                  <a:pt x="0" y="0"/>
                </a:moveTo>
                <a:lnTo>
                  <a:pt x="1139893" y="0"/>
                </a:lnTo>
                <a:lnTo>
                  <a:pt x="1139893" y="990671"/>
                </a:lnTo>
                <a:lnTo>
                  <a:pt x="0" y="9906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37863" y="3086100"/>
            <a:ext cx="5250905" cy="4114800"/>
          </a:xfrm>
          <a:custGeom>
            <a:avLst/>
            <a:gdLst/>
            <a:ahLst/>
            <a:cxnLst/>
            <a:rect r="r" b="b" t="t" l="l"/>
            <a:pathLst>
              <a:path h="4114800" w="5250905">
                <a:moveTo>
                  <a:pt x="0" y="0"/>
                </a:moveTo>
                <a:lnTo>
                  <a:pt x="5250905" y="0"/>
                </a:lnTo>
                <a:lnTo>
                  <a:pt x="525090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06416" y="2953715"/>
            <a:ext cx="6677991" cy="1500223"/>
          </a:xfrm>
          <a:prstGeom prst="rect">
            <a:avLst/>
          </a:prstGeom>
        </p:spPr>
        <p:txBody>
          <a:bodyPr anchor="t" rtlCol="false" tIns="0" lIns="0" bIns="0" rIns="0">
            <a:spAutoFit/>
          </a:bodyPr>
          <a:lstStyle/>
          <a:p>
            <a:pPr algn="l">
              <a:lnSpc>
                <a:spcPts val="5608"/>
              </a:lnSpc>
            </a:pPr>
            <a:r>
              <a:rPr lang="en-US" sz="5392" b="true">
                <a:solidFill>
                  <a:srgbClr val="FC0328"/>
                </a:solidFill>
                <a:latin typeface="Poppins Bold"/>
                <a:ea typeface="Poppins Bold"/>
                <a:cs typeface="Poppins Bold"/>
                <a:sym typeface="Poppins Bold"/>
              </a:rPr>
              <a:t>Survey Results Analysis</a:t>
            </a:r>
          </a:p>
        </p:txBody>
      </p:sp>
      <p:sp>
        <p:nvSpPr>
          <p:cNvPr name="TextBox 5" id="5"/>
          <p:cNvSpPr txBox="true"/>
          <p:nvPr/>
        </p:nvSpPr>
        <p:spPr>
          <a:xfrm rot="0">
            <a:off x="3599906" y="1533290"/>
            <a:ext cx="2485842" cy="707985"/>
          </a:xfrm>
          <a:prstGeom prst="rect">
            <a:avLst/>
          </a:prstGeom>
        </p:spPr>
        <p:txBody>
          <a:bodyPr anchor="t" rtlCol="false" tIns="0" lIns="0" bIns="0" rIns="0">
            <a:spAutoFit/>
          </a:bodyPr>
          <a:lstStyle/>
          <a:p>
            <a:pPr algn="l">
              <a:lnSpc>
                <a:spcPts val="2624"/>
              </a:lnSpc>
            </a:pPr>
            <a:r>
              <a:rPr lang="en-US" sz="2523">
                <a:solidFill>
                  <a:srgbClr val="FC0328"/>
                </a:solidFill>
                <a:latin typeface="Poppins"/>
                <a:ea typeface="Poppins"/>
                <a:cs typeface="Poppins"/>
                <a:sym typeface="Poppins"/>
              </a:rPr>
              <a:t>Thynk Unlimited</a:t>
            </a:r>
          </a:p>
        </p:txBody>
      </p:sp>
      <p:sp>
        <p:nvSpPr>
          <p:cNvPr name="TextBox 6" id="6"/>
          <p:cNvSpPr txBox="true"/>
          <p:nvPr/>
        </p:nvSpPr>
        <p:spPr>
          <a:xfrm rot="0">
            <a:off x="2122822" y="8757144"/>
            <a:ext cx="5756156" cy="365612"/>
          </a:xfrm>
          <a:prstGeom prst="rect">
            <a:avLst/>
          </a:prstGeom>
        </p:spPr>
        <p:txBody>
          <a:bodyPr anchor="t" rtlCol="false" tIns="0" lIns="0" bIns="0" rIns="0">
            <a:spAutoFit/>
          </a:bodyPr>
          <a:lstStyle/>
          <a:p>
            <a:pPr algn="just">
              <a:lnSpc>
                <a:spcPts val="2624"/>
              </a:lnSpc>
            </a:pPr>
            <a:r>
              <a:rPr lang="en-US" sz="2523">
                <a:solidFill>
                  <a:srgbClr val="000000"/>
                </a:solidFill>
                <a:latin typeface="Poppins"/>
                <a:ea typeface="Poppins"/>
                <a:cs typeface="Poppins"/>
                <a:sym typeface="Poppins"/>
              </a:rPr>
              <a:t>www.reallygreatsite.com</a:t>
            </a:r>
          </a:p>
        </p:txBody>
      </p:sp>
      <p:sp>
        <p:nvSpPr>
          <p:cNvPr name="TextBox 7" id="7"/>
          <p:cNvSpPr txBox="true"/>
          <p:nvPr/>
        </p:nvSpPr>
        <p:spPr>
          <a:xfrm rot="0">
            <a:off x="10206416" y="4936131"/>
            <a:ext cx="6127155" cy="1057707"/>
          </a:xfrm>
          <a:prstGeom prst="rect">
            <a:avLst/>
          </a:prstGeom>
        </p:spPr>
        <p:txBody>
          <a:bodyPr anchor="t" rtlCol="false" tIns="0" lIns="0" bIns="0" rIns="0">
            <a:spAutoFit/>
          </a:bodyPr>
          <a:lstStyle/>
          <a:p>
            <a:pPr algn="just">
              <a:lnSpc>
                <a:spcPts val="2055"/>
              </a:lnSpc>
            </a:pPr>
            <a:r>
              <a:rPr lang="en-US" sz="1903" spc="102">
                <a:solidFill>
                  <a:srgbClr val="000000"/>
                </a:solidFill>
                <a:latin typeface="Poppins"/>
                <a:ea typeface="Poppins"/>
                <a:cs typeface="Poppins"/>
                <a:sym typeface="Poppins"/>
              </a:rPr>
              <a:t>Lorem ipsum dolor sit amet, consectetur adipiscing elit, sed do eiusmod tempor incididunt ut labore et dolore magna aliqua. Ut enim ad minim veniam</a:t>
            </a:r>
          </a:p>
        </p:txBody>
      </p:sp>
      <p:sp>
        <p:nvSpPr>
          <p:cNvPr name="TextBox 8" id="8"/>
          <p:cNvSpPr txBox="true"/>
          <p:nvPr/>
        </p:nvSpPr>
        <p:spPr>
          <a:xfrm rot="0">
            <a:off x="2724320" y="3376157"/>
            <a:ext cx="6677991" cy="795373"/>
          </a:xfrm>
          <a:prstGeom prst="rect">
            <a:avLst/>
          </a:prstGeom>
        </p:spPr>
        <p:txBody>
          <a:bodyPr anchor="t" rtlCol="false" tIns="0" lIns="0" bIns="0" rIns="0">
            <a:spAutoFit/>
          </a:bodyPr>
          <a:lstStyle/>
          <a:p>
            <a:pPr algn="ctr">
              <a:lnSpc>
                <a:spcPts val="5608"/>
              </a:lnSpc>
            </a:pPr>
            <a:r>
              <a:rPr lang="en-US" sz="5392" b="true">
                <a:solidFill>
                  <a:srgbClr val="FC0328"/>
                </a:solidFill>
                <a:latin typeface="Poppins Bold"/>
                <a:ea typeface="Poppins Bold"/>
                <a:cs typeface="Poppins Bold"/>
                <a:sym typeface="Poppins Bold"/>
              </a:rPr>
              <a:t>01</a:t>
            </a:r>
          </a:p>
        </p:txBody>
      </p:sp>
      <p:sp>
        <p:nvSpPr>
          <p:cNvPr name="TextBox 9" id="9"/>
          <p:cNvSpPr txBox="true"/>
          <p:nvPr/>
        </p:nvSpPr>
        <p:spPr>
          <a:xfrm rot="0">
            <a:off x="7229190" y="6146377"/>
            <a:ext cx="1459578" cy="795373"/>
          </a:xfrm>
          <a:prstGeom prst="rect">
            <a:avLst/>
          </a:prstGeom>
        </p:spPr>
        <p:txBody>
          <a:bodyPr anchor="t" rtlCol="false" tIns="0" lIns="0" bIns="0" rIns="0">
            <a:spAutoFit/>
          </a:bodyPr>
          <a:lstStyle/>
          <a:p>
            <a:pPr algn="ctr">
              <a:lnSpc>
                <a:spcPts val="5608"/>
              </a:lnSpc>
            </a:pPr>
            <a:r>
              <a:rPr lang="en-US" sz="5392" b="true">
                <a:solidFill>
                  <a:srgbClr val="FC0328"/>
                </a:solidFill>
                <a:latin typeface="Poppins Bold"/>
                <a:ea typeface="Poppins Bold"/>
                <a:cs typeface="Poppins Bold"/>
                <a:sym typeface="Poppins Bold"/>
              </a:rPr>
              <a:t>02</a:t>
            </a:r>
          </a:p>
        </p:txBody>
      </p:sp>
      <p:sp>
        <p:nvSpPr>
          <p:cNvPr name="TextBox 10" id="10"/>
          <p:cNvSpPr txBox="true"/>
          <p:nvPr/>
        </p:nvSpPr>
        <p:spPr>
          <a:xfrm rot="0">
            <a:off x="3357408" y="6146377"/>
            <a:ext cx="1584847" cy="795373"/>
          </a:xfrm>
          <a:prstGeom prst="rect">
            <a:avLst/>
          </a:prstGeom>
        </p:spPr>
        <p:txBody>
          <a:bodyPr anchor="t" rtlCol="false" tIns="0" lIns="0" bIns="0" rIns="0">
            <a:spAutoFit/>
          </a:bodyPr>
          <a:lstStyle/>
          <a:p>
            <a:pPr algn="ctr">
              <a:lnSpc>
                <a:spcPts val="5608"/>
              </a:lnSpc>
            </a:pPr>
            <a:r>
              <a:rPr lang="en-US" sz="5392" b="true">
                <a:solidFill>
                  <a:srgbClr val="FC0328"/>
                </a:solidFill>
                <a:latin typeface="Poppins Bold"/>
                <a:ea typeface="Poppins Bold"/>
                <a:cs typeface="Poppins Bold"/>
                <a:sym typeface="Poppins Bold"/>
              </a:rPr>
              <a:t>03</a:t>
            </a:r>
          </a:p>
        </p:txBody>
      </p:sp>
      <p:sp>
        <p:nvSpPr>
          <p:cNvPr name="TextBox 11" id="11"/>
          <p:cNvSpPr txBox="true"/>
          <p:nvPr/>
        </p:nvSpPr>
        <p:spPr>
          <a:xfrm rot="0">
            <a:off x="5485180" y="6146377"/>
            <a:ext cx="1201136" cy="795373"/>
          </a:xfrm>
          <a:prstGeom prst="rect">
            <a:avLst/>
          </a:prstGeom>
        </p:spPr>
        <p:txBody>
          <a:bodyPr anchor="t" rtlCol="false" tIns="0" lIns="0" bIns="0" rIns="0">
            <a:spAutoFit/>
          </a:bodyPr>
          <a:lstStyle/>
          <a:p>
            <a:pPr algn="ctr">
              <a:lnSpc>
                <a:spcPts val="5608"/>
              </a:lnSpc>
            </a:pPr>
            <a:r>
              <a:rPr lang="en-US" sz="5392" b="true">
                <a:solidFill>
                  <a:srgbClr val="FC0328"/>
                </a:solidFill>
                <a:latin typeface="Poppins Bold"/>
                <a:ea typeface="Poppins Bold"/>
                <a:cs typeface="Poppins Bold"/>
                <a:sym typeface="Poppins Bold"/>
              </a:rPr>
              <a:t>04</a:t>
            </a:r>
          </a:p>
        </p:txBody>
      </p:sp>
      <p:grpSp>
        <p:nvGrpSpPr>
          <p:cNvPr name="Group 12" id="12"/>
          <p:cNvGrpSpPr/>
          <p:nvPr/>
        </p:nvGrpSpPr>
        <p:grpSpPr>
          <a:xfrm rot="-5399999">
            <a:off x="-20801680" y="3300001"/>
            <a:ext cx="42391962" cy="788601"/>
            <a:chOff x="0" y="0"/>
            <a:chExt cx="11164961" cy="207697"/>
          </a:xfrm>
        </p:grpSpPr>
        <p:sp>
          <p:nvSpPr>
            <p:cNvPr name="Freeform 13" id="13"/>
            <p:cNvSpPr/>
            <p:nvPr/>
          </p:nvSpPr>
          <p:spPr>
            <a:xfrm flipH="false" flipV="false" rot="0">
              <a:off x="0" y="0"/>
              <a:ext cx="11164961" cy="207697"/>
            </a:xfrm>
            <a:custGeom>
              <a:avLst/>
              <a:gdLst/>
              <a:ahLst/>
              <a:cxnLst/>
              <a:rect r="r" b="b" t="t" l="l"/>
              <a:pathLst>
                <a:path h="207697" w="11164961">
                  <a:moveTo>
                    <a:pt x="0" y="0"/>
                  </a:moveTo>
                  <a:lnTo>
                    <a:pt x="11164961" y="0"/>
                  </a:lnTo>
                  <a:lnTo>
                    <a:pt x="11164961" y="207697"/>
                  </a:lnTo>
                  <a:lnTo>
                    <a:pt x="0" y="207697"/>
                  </a:lnTo>
                  <a:close/>
                </a:path>
              </a:pathLst>
            </a:custGeom>
            <a:solidFill>
              <a:srgbClr val="FC0328"/>
            </a:solidFill>
          </p:spPr>
        </p:sp>
        <p:sp>
          <p:nvSpPr>
            <p:cNvPr name="TextBox 14" id="14"/>
            <p:cNvSpPr txBox="true"/>
            <p:nvPr/>
          </p:nvSpPr>
          <p:spPr>
            <a:xfrm>
              <a:off x="0" y="9525"/>
              <a:ext cx="11164961" cy="198172"/>
            </a:xfrm>
            <a:prstGeom prst="rect">
              <a:avLst/>
            </a:prstGeom>
          </p:spPr>
          <p:txBody>
            <a:bodyPr anchor="ctr" rtlCol="false" tIns="50800" lIns="50800" bIns="50800" rIns="50800"/>
            <a:lstStyle/>
            <a:p>
              <a:pPr algn="ctr">
                <a:lnSpc>
                  <a:spcPts val="2624"/>
                </a:lnSpc>
              </a:pPr>
            </a:p>
          </p:txBody>
        </p:sp>
      </p:grpSp>
      <p:sp>
        <p:nvSpPr>
          <p:cNvPr name="Freeform 15" id="15"/>
          <p:cNvSpPr/>
          <p:nvPr/>
        </p:nvSpPr>
        <p:spPr>
          <a:xfrm flipH="false" flipV="false" rot="0">
            <a:off x="16276017" y="-325891"/>
            <a:ext cx="2978563" cy="1634486"/>
          </a:xfrm>
          <a:custGeom>
            <a:avLst/>
            <a:gdLst/>
            <a:ahLst/>
            <a:cxnLst/>
            <a:rect r="r" b="b" t="t" l="l"/>
            <a:pathLst>
              <a:path h="1634486" w="2978563">
                <a:moveTo>
                  <a:pt x="0" y="0"/>
                </a:moveTo>
                <a:lnTo>
                  <a:pt x="2978563" y="0"/>
                </a:lnTo>
                <a:lnTo>
                  <a:pt x="2978563" y="1634486"/>
                </a:lnTo>
                <a:lnTo>
                  <a:pt x="0" y="16344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10206416" y="6412896"/>
            <a:ext cx="6127155" cy="1057707"/>
          </a:xfrm>
          <a:prstGeom prst="rect">
            <a:avLst/>
          </a:prstGeom>
        </p:spPr>
        <p:txBody>
          <a:bodyPr anchor="t" rtlCol="false" tIns="0" lIns="0" bIns="0" rIns="0">
            <a:spAutoFit/>
          </a:bodyPr>
          <a:lstStyle/>
          <a:p>
            <a:pPr algn="just">
              <a:lnSpc>
                <a:spcPts val="2055"/>
              </a:lnSpc>
            </a:pPr>
            <a:r>
              <a:rPr lang="en-US" sz="1903" spc="102">
                <a:solidFill>
                  <a:srgbClr val="000000"/>
                </a:solidFill>
                <a:latin typeface="Poppins"/>
                <a:ea typeface="Poppins"/>
                <a:cs typeface="Poppins"/>
                <a:sym typeface="Poppins"/>
              </a:rPr>
              <a:t>Lorem ipsum dolor sit amet, consectetur adipiscing elit, sed do eiusmod tempor incididunt ut labore et dolore magna aliqua. Ut enim ad minim veniam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DAHElxVkKIA</dc:identifier>
  <dcterms:modified xsi:type="dcterms:W3CDTF">2011-08-01T06:04:30Z</dcterms:modified>
  <cp:revision>1</cp:revision>
  <dc:title>White and Red Clean Simple Illustrative Sales Performance Analysis Chart Presentation</dc:title>
</cp:coreProperties>
</file>